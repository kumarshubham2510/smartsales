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thumbnail" Target="docProps/thumbnail.jpeg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/Relationships>
</file>

<file path=ppt/presentation.xml><?xml version="1.0" encoding="utf-8"?>
<!--Generated by Spire.Presentation for .NET 10.1.1.0--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r:id="rId1" id="2147483648"/>
    <p:sldMasterId r:id="rId7" id="2147483660"/>
  </p:sldMasterIdLst>
  <p:sldIdLst>
    <p:sldId r:id="rId2" id="256"/>
    <p:sldId r:id="rId8" id="257"/>
    <p:sldId r:id="rId9" id="258"/>
    <p:sldId r:id="rId10" id="259"/>
    <p:sldId r:id="rId11" id="260"/>
  </p:sldIdLst>
  <p:sldSz cx="9144000" cy="6858000" type="screen4x3"/>
  <p:notesSz cx="6858000" cy="91440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212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4.xml" /><Relationship Id="rId11" Type="http://schemas.openxmlformats.org/officeDocument/2006/relationships/slide" Target="slides/slide5.xml" /><Relationship Id="rId12" Type="http://schemas.openxmlformats.org/officeDocument/2006/relationships/tags" Target="tags/tag1.xml" /><Relationship Id="rId2" Type="http://schemas.openxmlformats.org/officeDocument/2006/relationships/slide" Target="slides/slide1.xml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Master" Target="slideMasters/slideMaster2.xml" /><Relationship Id="rId8" Type="http://schemas.openxmlformats.org/officeDocument/2006/relationships/slide" Target="slides/slide2.xml" /><Relationship Id="rId9" Type="http://schemas.openxmlformats.org/officeDocument/2006/relationships/slide" Target="slides/slide3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1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type="obj"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/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/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obj" sz="half" idx="2"/>
          </p:nvPr>
        </p:nvSpPr>
        <p:spPr>
          <a:xfrm>
            <a:off x="457200" y="1577340"/>
            <a:ext cx="3977640" cy="4526280"/>
          </a:xfrm>
          <a:prstGeom prst="rect"/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obj" sz="half" idx="3"/>
          </p:nvPr>
        </p:nvSpPr>
        <p:spPr>
          <a:xfrm>
            <a:off x="4709160" y="1577340"/>
            <a:ext cx="3977640" cy="4526280"/>
          </a:xfrm>
          <a:prstGeom prst="rect"/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slideLayout" Target="../slideLayouts/slideLayout16.xml" /><Relationship Id="rId6" Type="http://schemas.openxmlformats.org/officeDocument/2006/relationships/theme" Target="../theme/theme2.xml" /><Relationship Id="rId7" Type="http://schemas.openxmlformats.org/officeDocument/2006/relationships/image" Target="../media/image1.png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fast"/>
  <p:timing>
    <p:tnLst>
      <p:par>
        <p:cTn id="1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0825" cy="1089025"/>
          </a:xfrm>
          <a:custGeom>
            <a:rect l="l" t="t" r="r" b="b"/>
            <a:pathLst>
              <a:path w="9140825" h="1089025">
                <a:moveTo>
                  <a:pt x="0" y="1088999"/>
                </a:moveTo>
                <a:lnTo>
                  <a:pt x="9140761" y="1088999"/>
                </a:lnTo>
                <a:lnTo>
                  <a:pt x="9140761" y="0"/>
                </a:lnTo>
                <a:lnTo>
                  <a:pt x="0" y="0"/>
                </a:lnTo>
                <a:lnTo>
                  <a:pt x="0" y="1088999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17" name="bg object 17"/>
          <p:cNvSpPr/>
          <p:nvPr/>
        </p:nvSpPr>
        <p:spPr>
          <a:xfrm>
            <a:off x="0" y="1088999"/>
            <a:ext cx="9144000" cy="216535"/>
          </a:xfrm>
          <a:custGeom>
            <a:rect l="l" t="t" r="r" b="b"/>
            <a:pathLst>
              <a:path w="9144000" h="216534">
                <a:moveTo>
                  <a:pt x="9143631" y="0"/>
                </a:moveTo>
                <a:lnTo>
                  <a:pt x="0" y="0"/>
                </a:lnTo>
                <a:lnTo>
                  <a:pt x="0" y="216001"/>
                </a:lnTo>
                <a:lnTo>
                  <a:pt x="9143631" y="216001"/>
                </a:lnTo>
                <a:lnTo>
                  <a:pt x="9143631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18" name="bg object 18"/>
          <p:cNvSpPr/>
          <p:nvPr/>
        </p:nvSpPr>
        <p:spPr>
          <a:xfrm>
            <a:off x="0" y="6605638"/>
            <a:ext cx="9139555" cy="252729"/>
          </a:xfrm>
          <a:custGeom>
            <a:rect l="l" t="t" r="r" b="b"/>
            <a:pathLst>
              <a:path w="9139555" h="252729">
                <a:moveTo>
                  <a:pt x="0" y="0"/>
                </a:moveTo>
                <a:lnTo>
                  <a:pt x="9138958" y="0"/>
                </a:lnTo>
                <a:lnTo>
                  <a:pt x="9138958" y="252361"/>
                </a:lnTo>
                <a:lnTo>
                  <a:pt x="0" y="252361"/>
                </a:lnTo>
                <a:lnTo>
                  <a:pt x="0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pic>
        <p:nvPicPr>
          <p:cNvPr id="19" name="bg object 19"/>
          <p:cNvPicPr/>
          <p:nvPr/>
        </p:nvPicPr>
        <p:blipFill>
          <a:blip xmlns:r="http://schemas.openxmlformats.org/officeDocument/2006/relationships" r:embed="rId7"/>
          <a:srcRect/>
          <a:stretch>
            <a:fillRect/>
          </a:stretch>
        </p:blipFill>
        <p:spPr>
          <a:xfrm>
            <a:off x="71996" y="6192354"/>
            <a:ext cx="1799996" cy="503999"/>
          </a:xfrm>
          <a:prstGeom prst="rect"/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364578"/>
            <a:ext cx="7121525" cy="513715"/>
          </a:xfrm>
          <a:prstGeom prst="rect"/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2947" y="1519097"/>
            <a:ext cx="7398105" cy="4296410"/>
          </a:xfrm>
          <a:prstGeom prst="rect"/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/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 marL="0" algn="ctr" defTabSz="914400" rtl="0" eaLnBrk="0" latinLnBrk="0" hangingPunct="0">
              <a:defRPr sz="1800" kern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/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/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 marL="0" algn="r" defTabSz="914400" rtl="0" eaLnBrk="0" latinLnBrk="0" hangingPunct="0">
              <a:defRPr sz="1800" kern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fld id="{B6F15528-21DE-4FAA-801E-634DDDAF4B2B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ransition spd="fast"/>
  <p:timing>
    <p:tnLst>
      <p:par>
        <p:cTn id="1" restart="never" nodeType="tmRoot"/>
      </p:par>
    </p:tnLst>
  </p:timing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image" Target="../media/image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image" Target="../media/image2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image" Target="../media/image2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image" Target="../media/image2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>
            <a:spLocks noSelect="1" noMove="1" noResize="1" noTextEdit="1"/>
          </p:cNvSpPr>
          <p:nvPr/>
        </p:nvSpPr>
        <p:spPr>
          <a:xfrm>
            <a:off x="127000" y="254000"/>
            <a:ext cx="6985000" cy="254000"/>
          </a:xfrm>
          <a:prstGeom prst="rect"/>
          <a:noFill/>
        </p:spPr>
        <p:style>
          <a:lnRef idx="2">
            <a:srgbClr val="FFFFF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1">
                <a:solidFill>
                  <a:srgbClr val="FF0000"/>
                </a:solidFill>
              </a:rPr>
              <a:t>Evaluation Warning : The document was created with Spire.Presentation for Python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1"/>
              <a:t>Advantages</a:t>
            </a:r>
            <a:r>
              <a:rPr sz="3200" spc="-40" dirty="1"/>
              <a:t> </a:t>
            </a:r>
            <a:r>
              <a:rPr sz="3200" spc="220" dirty="1"/>
              <a:t>of</a:t>
            </a:r>
            <a:r>
              <a:rPr sz="3200" spc="-40" dirty="1"/>
              <a:t> </a:t>
            </a:r>
            <a:r>
              <a:rPr sz="3200" spc="95" dirty="1"/>
              <a:t>Artificial</a:t>
            </a:r>
            <a:r>
              <a:rPr sz="3200" spc="-45" dirty="1"/>
              <a:t> </a:t>
            </a:r>
            <a:r>
              <a:rPr sz="3200" spc="50" dirty="1"/>
              <a:t>Intelligence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35940" y="1430034"/>
            <a:ext cx="7862570" cy="4212590"/>
          </a:xfrm>
          <a:prstGeom prst="rect"/>
        </p:spPr>
        <p:txBody>
          <a:bodyPr vert="horz" wrap="square" lIns="0" tIns="100330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355600" indent="-342900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sz="2800" spc="-20" dirty="1">
                <a:latin typeface="Microsoft Sans Serif"/>
                <a:cs typeface="Microsoft Sans Serif"/>
              </a:rPr>
              <a:t>Unbiased</a:t>
            </a:r>
            <a:r>
              <a:rPr sz="2800" spc="-105" dirty="1">
                <a:latin typeface="Microsoft Sans Serif"/>
                <a:cs typeface="Microsoft Sans Serif"/>
              </a:rPr>
              <a:t> </a:t>
            </a:r>
            <a:r>
              <a:rPr sz="2800" spc="-10" dirty="1">
                <a:latin typeface="Microsoft Sans Serif"/>
                <a:cs typeface="Microsoft Sans Serif"/>
              </a:rPr>
              <a:t>Decisions</a:t>
            </a:r>
            <a:endParaRPr sz="2800">
              <a:latin typeface="Microsoft Sans Serif"/>
              <a:cs typeface="Microsoft Sans Serif"/>
            </a:endParaRPr>
          </a:p>
          <a:p>
            <a:pPr marL="754380" marR="946785" lvl="1" indent="-285115">
              <a:lnSpc>
                <a:spcPts val="3350"/>
              </a:lnSpc>
              <a:spcBef>
                <a:spcPts val="810"/>
              </a:spcBef>
              <a:buClr>
                <a:srgbClr val="6697CC"/>
              </a:buClr>
              <a:buFont typeface="Arial MT"/>
              <a:buChar char="–"/>
              <a:tabLst>
                <a:tab pos="755650" algn="l"/>
              </a:tabLst>
            </a:pPr>
            <a:r>
              <a:rPr sz="2800" dirty="1">
                <a:latin typeface="Microsoft Sans Serif"/>
                <a:cs typeface="Microsoft Sans Serif"/>
              </a:rPr>
              <a:t>Human</a:t>
            </a:r>
            <a:r>
              <a:rPr sz="2800" spc="-25" dirty="1">
                <a:latin typeface="Microsoft Sans Serif"/>
                <a:cs typeface="Microsoft Sans Serif"/>
              </a:rPr>
              <a:t> </a:t>
            </a:r>
            <a:r>
              <a:rPr sz="2800" dirty="1">
                <a:latin typeface="Microsoft Sans Serif"/>
                <a:cs typeface="Microsoft Sans Serif"/>
              </a:rPr>
              <a:t>beings</a:t>
            </a:r>
            <a:r>
              <a:rPr sz="2800" spc="-35" dirty="1">
                <a:latin typeface="Microsoft Sans Serif"/>
                <a:cs typeface="Microsoft Sans Serif"/>
              </a:rPr>
              <a:t> </a:t>
            </a:r>
            <a:r>
              <a:rPr sz="2800" dirty="1">
                <a:latin typeface="Microsoft Sans Serif"/>
                <a:cs typeface="Microsoft Sans Serif"/>
              </a:rPr>
              <a:t>are</a:t>
            </a:r>
            <a:r>
              <a:rPr sz="2800" spc="-35" dirty="1">
                <a:latin typeface="Microsoft Sans Serif"/>
                <a:cs typeface="Microsoft Sans Serif"/>
              </a:rPr>
              <a:t> </a:t>
            </a:r>
            <a:r>
              <a:rPr sz="2800" dirty="1">
                <a:latin typeface="Microsoft Sans Serif"/>
                <a:cs typeface="Microsoft Sans Serif"/>
              </a:rPr>
              <a:t>driven</a:t>
            </a:r>
            <a:r>
              <a:rPr sz="2800" spc="-25" dirty="1">
                <a:latin typeface="Microsoft Sans Serif"/>
                <a:cs typeface="Microsoft Sans Serif"/>
              </a:rPr>
              <a:t> </a:t>
            </a:r>
            <a:r>
              <a:rPr sz="2800" dirty="1">
                <a:latin typeface="Microsoft Sans Serif"/>
                <a:cs typeface="Microsoft Sans Serif"/>
              </a:rPr>
              <a:t>by</a:t>
            </a:r>
            <a:r>
              <a:rPr sz="2800" spc="-25" dirty="1">
                <a:latin typeface="Microsoft Sans Serif"/>
                <a:cs typeface="Microsoft Sans Serif"/>
              </a:rPr>
              <a:t> </a:t>
            </a:r>
            <a:r>
              <a:rPr sz="2800" spc="35" dirty="1">
                <a:latin typeface="Microsoft Sans Serif"/>
                <a:cs typeface="Microsoft Sans Serif"/>
              </a:rPr>
              <a:t>emotions, </a:t>
            </a:r>
            <a:r>
              <a:rPr sz="2800" spc="35" dirty="1">
                <a:latin typeface="Microsoft Sans Serif"/>
                <a:cs typeface="Microsoft Sans Serif"/>
              </a:rPr>
              <a:t>	</a:t>
            </a:r>
            <a:r>
              <a:rPr sz="2800" spc="90" dirty="1">
                <a:latin typeface="Microsoft Sans Serif"/>
                <a:cs typeface="Microsoft Sans Serif"/>
              </a:rPr>
              <a:t>whether</a:t>
            </a:r>
            <a:r>
              <a:rPr sz="2800" spc="-95" dirty="1">
                <a:latin typeface="Microsoft Sans Serif"/>
                <a:cs typeface="Microsoft Sans Serif"/>
              </a:rPr>
              <a:t> </a:t>
            </a:r>
            <a:r>
              <a:rPr sz="2800" spc="65" dirty="1">
                <a:latin typeface="Microsoft Sans Serif"/>
                <a:cs typeface="Microsoft Sans Serif"/>
              </a:rPr>
              <a:t>we</a:t>
            </a:r>
            <a:r>
              <a:rPr sz="2800" spc="-95" dirty="1">
                <a:latin typeface="Microsoft Sans Serif"/>
                <a:cs typeface="Microsoft Sans Serif"/>
              </a:rPr>
              <a:t> </a:t>
            </a:r>
            <a:r>
              <a:rPr sz="2800" spc="60" dirty="1">
                <a:latin typeface="Microsoft Sans Serif"/>
                <a:cs typeface="Microsoft Sans Serif"/>
              </a:rPr>
              <a:t>like</a:t>
            </a:r>
            <a:r>
              <a:rPr sz="2800" spc="-100" dirty="1">
                <a:latin typeface="Microsoft Sans Serif"/>
                <a:cs typeface="Microsoft Sans Serif"/>
              </a:rPr>
              <a:t> </a:t>
            </a:r>
            <a:r>
              <a:rPr sz="2800" spc="200" dirty="1">
                <a:latin typeface="Microsoft Sans Serif"/>
                <a:cs typeface="Microsoft Sans Serif"/>
              </a:rPr>
              <a:t>it</a:t>
            </a:r>
            <a:r>
              <a:rPr sz="2800" spc="-95" dirty="1">
                <a:latin typeface="Microsoft Sans Serif"/>
                <a:cs typeface="Microsoft Sans Serif"/>
              </a:rPr>
              <a:t> </a:t>
            </a:r>
            <a:r>
              <a:rPr sz="2800" spc="100" dirty="1">
                <a:latin typeface="Microsoft Sans Serif"/>
                <a:cs typeface="Microsoft Sans Serif"/>
              </a:rPr>
              <a:t>or</a:t>
            </a:r>
            <a:r>
              <a:rPr sz="2800" spc="-90" dirty="1">
                <a:latin typeface="Microsoft Sans Serif"/>
                <a:cs typeface="Microsoft Sans Serif"/>
              </a:rPr>
              <a:t> </a:t>
            </a:r>
            <a:r>
              <a:rPr sz="2800" spc="70" dirty="1">
                <a:latin typeface="Microsoft Sans Serif"/>
                <a:cs typeface="Microsoft Sans Serif"/>
              </a:rPr>
              <a:t>not.</a:t>
            </a:r>
            <a:endParaRPr sz="2800">
              <a:latin typeface="Microsoft Sans Serif"/>
              <a:cs typeface="Microsoft Sans Serif"/>
            </a:endParaRPr>
          </a:p>
          <a:p>
            <a:pPr marL="754380" marR="173355" lvl="1" indent="-285115">
              <a:lnSpc>
                <a:spcPct val="100000"/>
              </a:lnSpc>
              <a:spcBef>
                <a:spcPts val="580"/>
              </a:spcBef>
              <a:buClr>
                <a:srgbClr val="6697CC"/>
              </a:buClr>
              <a:buFont typeface="Arial MT"/>
              <a:buChar char="–"/>
              <a:tabLst>
                <a:tab pos="755650" algn="l"/>
              </a:tabLst>
            </a:pPr>
            <a:r>
              <a:rPr sz="2800" dirty="1">
                <a:latin typeface="Microsoft Sans Serif"/>
                <a:cs typeface="Microsoft Sans Serif"/>
              </a:rPr>
              <a:t>AI</a:t>
            </a:r>
            <a:r>
              <a:rPr sz="2800" spc="-80" dirty="1">
                <a:latin typeface="Microsoft Sans Serif"/>
                <a:cs typeface="Microsoft Sans Serif"/>
              </a:rPr>
              <a:t> </a:t>
            </a:r>
            <a:r>
              <a:rPr sz="2800" dirty="1">
                <a:latin typeface="Microsoft Sans Serif"/>
                <a:cs typeface="Microsoft Sans Serif"/>
              </a:rPr>
              <a:t>on</a:t>
            </a:r>
            <a:r>
              <a:rPr sz="2800" spc="-75" dirty="1">
                <a:latin typeface="Microsoft Sans Serif"/>
                <a:cs typeface="Microsoft Sans Serif"/>
              </a:rPr>
              <a:t> </a:t>
            </a:r>
            <a:r>
              <a:rPr sz="2800" spc="120" dirty="1">
                <a:latin typeface="Microsoft Sans Serif"/>
                <a:cs typeface="Microsoft Sans Serif"/>
              </a:rPr>
              <a:t>the</a:t>
            </a:r>
            <a:r>
              <a:rPr sz="2800" spc="-80" dirty="1">
                <a:latin typeface="Microsoft Sans Serif"/>
                <a:cs typeface="Microsoft Sans Serif"/>
              </a:rPr>
              <a:t> </a:t>
            </a:r>
            <a:r>
              <a:rPr sz="2800" spc="110" dirty="1">
                <a:latin typeface="Microsoft Sans Serif"/>
                <a:cs typeface="Microsoft Sans Serif"/>
              </a:rPr>
              <a:t>other</a:t>
            </a:r>
            <a:r>
              <a:rPr sz="2800" spc="-75" dirty="1">
                <a:latin typeface="Microsoft Sans Serif"/>
                <a:cs typeface="Microsoft Sans Serif"/>
              </a:rPr>
              <a:t> </a:t>
            </a:r>
            <a:r>
              <a:rPr sz="2800" dirty="1">
                <a:latin typeface="Microsoft Sans Serif"/>
                <a:cs typeface="Microsoft Sans Serif"/>
              </a:rPr>
              <a:t>hand,</a:t>
            </a:r>
            <a:r>
              <a:rPr sz="2800" spc="-85" dirty="1">
                <a:latin typeface="Microsoft Sans Serif"/>
                <a:cs typeface="Microsoft Sans Serif"/>
              </a:rPr>
              <a:t> </a:t>
            </a:r>
            <a:r>
              <a:rPr sz="2800" dirty="1">
                <a:latin typeface="Microsoft Sans Serif"/>
                <a:cs typeface="Microsoft Sans Serif"/>
              </a:rPr>
              <a:t>is</a:t>
            </a:r>
            <a:r>
              <a:rPr sz="2800" spc="-75" dirty="1">
                <a:latin typeface="Microsoft Sans Serif"/>
                <a:cs typeface="Microsoft Sans Serif"/>
              </a:rPr>
              <a:t> </a:t>
            </a:r>
            <a:r>
              <a:rPr sz="2800" dirty="1">
                <a:latin typeface="Microsoft Sans Serif"/>
                <a:cs typeface="Microsoft Sans Serif"/>
              </a:rPr>
              <a:t>devoid</a:t>
            </a:r>
            <a:r>
              <a:rPr sz="2800" spc="-75" dirty="1">
                <a:latin typeface="Microsoft Sans Serif"/>
                <a:cs typeface="Microsoft Sans Serif"/>
              </a:rPr>
              <a:t> </a:t>
            </a:r>
            <a:r>
              <a:rPr sz="2800" spc="180" dirty="1">
                <a:latin typeface="Microsoft Sans Serif"/>
                <a:cs typeface="Microsoft Sans Serif"/>
              </a:rPr>
              <a:t>of</a:t>
            </a:r>
            <a:r>
              <a:rPr sz="2800" spc="-75" dirty="1">
                <a:latin typeface="Microsoft Sans Serif"/>
                <a:cs typeface="Microsoft Sans Serif"/>
              </a:rPr>
              <a:t> </a:t>
            </a:r>
            <a:r>
              <a:rPr sz="2800" spc="50" dirty="1">
                <a:latin typeface="Microsoft Sans Serif"/>
                <a:cs typeface="Microsoft Sans Serif"/>
              </a:rPr>
              <a:t>emotions </a:t>
            </a:r>
            <a:r>
              <a:rPr sz="2800" spc="50" dirty="1">
                <a:latin typeface="Microsoft Sans Serif"/>
                <a:cs typeface="Microsoft Sans Serif"/>
              </a:rPr>
              <a:t>	</a:t>
            </a:r>
            <a:r>
              <a:rPr sz="2800" dirty="1">
                <a:latin typeface="Microsoft Sans Serif"/>
                <a:cs typeface="Microsoft Sans Serif"/>
              </a:rPr>
              <a:t>and</a:t>
            </a:r>
            <a:r>
              <a:rPr sz="2800" spc="-15" dirty="1">
                <a:latin typeface="Microsoft Sans Serif"/>
                <a:cs typeface="Microsoft Sans Serif"/>
              </a:rPr>
              <a:t> </a:t>
            </a:r>
            <a:r>
              <a:rPr sz="2800" dirty="1">
                <a:latin typeface="Microsoft Sans Serif"/>
                <a:cs typeface="Microsoft Sans Serif"/>
              </a:rPr>
              <a:t>highly</a:t>
            </a:r>
            <a:r>
              <a:rPr sz="2800" spc="-5" dirty="1">
                <a:latin typeface="Microsoft Sans Serif"/>
                <a:cs typeface="Microsoft Sans Serif"/>
              </a:rPr>
              <a:t> </a:t>
            </a:r>
            <a:r>
              <a:rPr sz="2800" dirty="1">
                <a:latin typeface="Microsoft Sans Serif"/>
                <a:cs typeface="Microsoft Sans Serif"/>
              </a:rPr>
              <a:t>practical</a:t>
            </a:r>
            <a:r>
              <a:rPr sz="2800" spc="5" dirty="1">
                <a:latin typeface="Microsoft Sans Serif"/>
                <a:cs typeface="Microsoft Sans Serif"/>
              </a:rPr>
              <a:t> </a:t>
            </a:r>
            <a:r>
              <a:rPr sz="2800" dirty="1">
                <a:latin typeface="Microsoft Sans Serif"/>
                <a:cs typeface="Microsoft Sans Serif"/>
              </a:rPr>
              <a:t>and</a:t>
            </a:r>
            <a:r>
              <a:rPr sz="2800" spc="-15" dirty="1">
                <a:latin typeface="Microsoft Sans Serif"/>
                <a:cs typeface="Microsoft Sans Serif"/>
              </a:rPr>
              <a:t> </a:t>
            </a:r>
            <a:r>
              <a:rPr sz="2800" spc="70" dirty="1">
                <a:latin typeface="Microsoft Sans Serif"/>
                <a:cs typeface="Microsoft Sans Serif"/>
              </a:rPr>
              <a:t>rational</a:t>
            </a:r>
            <a:r>
              <a:rPr sz="2800" spc="-5" dirty="1">
                <a:latin typeface="Microsoft Sans Serif"/>
                <a:cs typeface="Microsoft Sans Serif"/>
              </a:rPr>
              <a:t> </a:t>
            </a:r>
            <a:r>
              <a:rPr sz="2800" spc="55" dirty="1">
                <a:latin typeface="Microsoft Sans Serif"/>
                <a:cs typeface="Microsoft Sans Serif"/>
              </a:rPr>
              <a:t>in</a:t>
            </a:r>
            <a:r>
              <a:rPr sz="2800" spc="-5" dirty="1">
                <a:latin typeface="Microsoft Sans Serif"/>
                <a:cs typeface="Microsoft Sans Serif"/>
              </a:rPr>
              <a:t> </a:t>
            </a:r>
            <a:r>
              <a:rPr sz="2800" spc="60" dirty="1">
                <a:latin typeface="Microsoft Sans Serif"/>
                <a:cs typeface="Microsoft Sans Serif"/>
              </a:rPr>
              <a:t>its </a:t>
            </a:r>
            <a:r>
              <a:rPr sz="2800" spc="60" dirty="1">
                <a:latin typeface="Microsoft Sans Serif"/>
                <a:cs typeface="Microsoft Sans Serif"/>
              </a:rPr>
              <a:t>	</a:t>
            </a:r>
            <a:r>
              <a:rPr sz="2800" spc="-10" dirty="1">
                <a:latin typeface="Microsoft Sans Serif"/>
                <a:cs typeface="Microsoft Sans Serif"/>
              </a:rPr>
              <a:t>approach.</a:t>
            </a:r>
            <a:endParaRPr sz="2800">
              <a:latin typeface="Microsoft Sans Serif"/>
              <a:cs typeface="Microsoft Sans Serif"/>
            </a:endParaRPr>
          </a:p>
          <a:p>
            <a:pPr marL="754380" marR="5080" lvl="1" indent="-285115" algn="just">
              <a:lnSpc>
                <a:spcPct val="100000"/>
              </a:lnSpc>
              <a:spcBef>
                <a:spcPts val="680"/>
              </a:spcBef>
              <a:buClr>
                <a:srgbClr val="6697CC"/>
              </a:buClr>
              <a:buFont typeface="Arial MT"/>
              <a:buChar char="–"/>
              <a:tabLst>
                <a:tab pos="755650" algn="l"/>
              </a:tabLst>
            </a:pPr>
            <a:r>
              <a:rPr sz="2800" dirty="1">
                <a:latin typeface="Microsoft Sans Serif"/>
                <a:cs typeface="Microsoft Sans Serif"/>
              </a:rPr>
              <a:t>A</a:t>
            </a:r>
            <a:r>
              <a:rPr sz="2800" spc="-65" dirty="1">
                <a:latin typeface="Microsoft Sans Serif"/>
                <a:cs typeface="Microsoft Sans Serif"/>
              </a:rPr>
              <a:t> </a:t>
            </a:r>
            <a:r>
              <a:rPr sz="2800" dirty="1">
                <a:latin typeface="Microsoft Sans Serif"/>
                <a:cs typeface="Microsoft Sans Serif"/>
              </a:rPr>
              <a:t>huge</a:t>
            </a:r>
            <a:r>
              <a:rPr sz="2800" spc="-65" dirty="1">
                <a:latin typeface="Microsoft Sans Serif"/>
                <a:cs typeface="Microsoft Sans Serif"/>
              </a:rPr>
              <a:t> </a:t>
            </a:r>
            <a:r>
              <a:rPr sz="2800" dirty="1">
                <a:latin typeface="Microsoft Sans Serif"/>
                <a:cs typeface="Microsoft Sans Serif"/>
              </a:rPr>
              <a:t>advantage</a:t>
            </a:r>
            <a:r>
              <a:rPr sz="2800" spc="-65" dirty="1">
                <a:latin typeface="Microsoft Sans Serif"/>
                <a:cs typeface="Microsoft Sans Serif"/>
              </a:rPr>
              <a:t> </a:t>
            </a:r>
            <a:r>
              <a:rPr sz="2800" spc="185" dirty="1">
                <a:latin typeface="Microsoft Sans Serif"/>
                <a:cs typeface="Microsoft Sans Serif"/>
              </a:rPr>
              <a:t>of</a:t>
            </a:r>
            <a:r>
              <a:rPr sz="2800" spc="-65" dirty="1">
                <a:latin typeface="Microsoft Sans Serif"/>
                <a:cs typeface="Microsoft Sans Serif"/>
              </a:rPr>
              <a:t> </a:t>
            </a:r>
            <a:r>
              <a:rPr sz="2800" spc="85" dirty="1">
                <a:latin typeface="Microsoft Sans Serif"/>
                <a:cs typeface="Microsoft Sans Serif"/>
              </a:rPr>
              <a:t>Artificial</a:t>
            </a:r>
            <a:r>
              <a:rPr sz="2800" spc="-50" dirty="1">
                <a:latin typeface="Microsoft Sans Serif"/>
                <a:cs typeface="Microsoft Sans Serif"/>
              </a:rPr>
              <a:t> </a:t>
            </a:r>
            <a:r>
              <a:rPr sz="2800" spc="50" dirty="1">
                <a:latin typeface="Microsoft Sans Serif"/>
                <a:cs typeface="Microsoft Sans Serif"/>
              </a:rPr>
              <a:t>Intelligence</a:t>
            </a:r>
            <a:r>
              <a:rPr sz="2800" spc="-65" dirty="1">
                <a:latin typeface="Microsoft Sans Serif"/>
                <a:cs typeface="Microsoft Sans Serif"/>
              </a:rPr>
              <a:t> </a:t>
            </a:r>
            <a:r>
              <a:rPr sz="2800" spc="-25" dirty="1">
                <a:latin typeface="Microsoft Sans Serif"/>
                <a:cs typeface="Microsoft Sans Serif"/>
              </a:rPr>
              <a:t>is </a:t>
            </a:r>
            <a:r>
              <a:rPr sz="2800" spc="-25" dirty="1">
                <a:latin typeface="Microsoft Sans Serif"/>
                <a:cs typeface="Microsoft Sans Serif"/>
              </a:rPr>
              <a:t>	</a:t>
            </a:r>
            <a:r>
              <a:rPr sz="2800" spc="150" dirty="1">
                <a:latin typeface="Microsoft Sans Serif"/>
                <a:cs typeface="Microsoft Sans Serif"/>
              </a:rPr>
              <a:t>that</a:t>
            </a:r>
            <a:r>
              <a:rPr sz="2800" spc="-135" dirty="1">
                <a:latin typeface="Microsoft Sans Serif"/>
                <a:cs typeface="Microsoft Sans Serif"/>
              </a:rPr>
              <a:t> </a:t>
            </a:r>
            <a:r>
              <a:rPr sz="2800" spc="200" dirty="1">
                <a:latin typeface="Microsoft Sans Serif"/>
                <a:cs typeface="Microsoft Sans Serif"/>
              </a:rPr>
              <a:t>it</a:t>
            </a:r>
            <a:r>
              <a:rPr sz="2800" spc="-130" dirty="1">
                <a:latin typeface="Microsoft Sans Serif"/>
                <a:cs typeface="Microsoft Sans Serif"/>
              </a:rPr>
              <a:t> </a:t>
            </a:r>
            <a:r>
              <a:rPr sz="2800" spc="65" dirty="1">
                <a:latin typeface="Microsoft Sans Serif"/>
                <a:cs typeface="Microsoft Sans Serif"/>
              </a:rPr>
              <a:t>doesn't</a:t>
            </a:r>
            <a:r>
              <a:rPr sz="2800" spc="-130" dirty="1">
                <a:latin typeface="Microsoft Sans Serif"/>
                <a:cs typeface="Microsoft Sans Serif"/>
              </a:rPr>
              <a:t> </a:t>
            </a:r>
            <a:r>
              <a:rPr sz="2800" spc="-10" dirty="1">
                <a:latin typeface="Microsoft Sans Serif"/>
                <a:cs typeface="Microsoft Sans Serif"/>
              </a:rPr>
              <a:t>have</a:t>
            </a:r>
            <a:r>
              <a:rPr sz="2800" spc="-135" dirty="1">
                <a:latin typeface="Microsoft Sans Serif"/>
                <a:cs typeface="Microsoft Sans Serif"/>
              </a:rPr>
              <a:t> </a:t>
            </a:r>
            <a:r>
              <a:rPr sz="2800" dirty="1">
                <a:latin typeface="Microsoft Sans Serif"/>
                <a:cs typeface="Microsoft Sans Serif"/>
              </a:rPr>
              <a:t>any</a:t>
            </a:r>
            <a:r>
              <a:rPr sz="2800" spc="-135" dirty="1">
                <a:latin typeface="Microsoft Sans Serif"/>
                <a:cs typeface="Microsoft Sans Serif"/>
              </a:rPr>
              <a:t> </a:t>
            </a:r>
            <a:r>
              <a:rPr sz="2800" dirty="1">
                <a:latin typeface="Microsoft Sans Serif"/>
                <a:cs typeface="Microsoft Sans Serif"/>
              </a:rPr>
              <a:t>biased</a:t>
            </a:r>
            <a:r>
              <a:rPr sz="2800" spc="-145" dirty="1">
                <a:latin typeface="Microsoft Sans Serif"/>
                <a:cs typeface="Microsoft Sans Serif"/>
              </a:rPr>
              <a:t> </a:t>
            </a:r>
            <a:r>
              <a:rPr sz="2800" dirty="1">
                <a:latin typeface="Microsoft Sans Serif"/>
                <a:cs typeface="Microsoft Sans Serif"/>
              </a:rPr>
              <a:t>views,</a:t>
            </a:r>
            <a:r>
              <a:rPr sz="2800" spc="-145" dirty="1">
                <a:latin typeface="Microsoft Sans Serif"/>
                <a:cs typeface="Microsoft Sans Serif"/>
              </a:rPr>
              <a:t> </a:t>
            </a:r>
            <a:r>
              <a:rPr sz="2800" spc="-10" dirty="1">
                <a:latin typeface="Microsoft Sans Serif"/>
                <a:cs typeface="Microsoft Sans Serif"/>
              </a:rPr>
              <a:t>which 	ensures</a:t>
            </a:r>
            <a:r>
              <a:rPr sz="2800" spc="-75" dirty="1">
                <a:latin typeface="Microsoft Sans Serif"/>
                <a:cs typeface="Microsoft Sans Serif"/>
              </a:rPr>
              <a:t> </a:t>
            </a:r>
            <a:r>
              <a:rPr sz="2800" spc="65" dirty="1">
                <a:latin typeface="Microsoft Sans Serif"/>
                <a:cs typeface="Microsoft Sans Serif"/>
              </a:rPr>
              <a:t>more</a:t>
            </a:r>
            <a:r>
              <a:rPr sz="2800" spc="-75" dirty="1">
                <a:latin typeface="Microsoft Sans Serif"/>
                <a:cs typeface="Microsoft Sans Serif"/>
              </a:rPr>
              <a:t> </a:t>
            </a:r>
            <a:r>
              <a:rPr sz="2800" dirty="1">
                <a:latin typeface="Microsoft Sans Serif"/>
                <a:cs typeface="Microsoft Sans Serif"/>
              </a:rPr>
              <a:t>accurate</a:t>
            </a:r>
            <a:r>
              <a:rPr sz="2800" spc="-75" dirty="1">
                <a:latin typeface="Microsoft Sans Serif"/>
                <a:cs typeface="Microsoft Sans Serif"/>
              </a:rPr>
              <a:t> </a:t>
            </a:r>
            <a:r>
              <a:rPr sz="2800" spc="-10" dirty="1">
                <a:latin typeface="Microsoft Sans Serif"/>
                <a:cs typeface="Microsoft Sans Serif"/>
              </a:rPr>
              <a:t>decision-making.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xmlns:r="http://schemas.openxmlformats.org/officeDocument/2006/relationships" r:embed="rId2"/>
          <a:srcRect/>
          <a:stretch>
            <a:fillRect/>
          </a:stretch>
        </p:blipFill>
        <p:spPr>
          <a:xfrm>
            <a:off x="7851597" y="70916"/>
            <a:ext cx="1184757" cy="648004"/>
          </a:xfrm>
          <a:prstGeom prst="rect"/>
        </p:spPr>
      </p:pic>
      <p:sp>
        <p:nvSpPr>
          <p:cNvPr id="5" name="New shape"/>
          <p:cNvSpPr>
            <a:spLocks noSelect="1" noMove="1" noResize="1" noTextEdit="1"/>
          </p:cNvSpPr>
          <p:nvPr/>
        </p:nvSpPr>
        <p:spPr>
          <a:xfrm>
            <a:off x="127000" y="254000"/>
            <a:ext cx="6985000" cy="254000"/>
          </a:xfrm>
          <a:prstGeom prst="rect"/>
          <a:noFill/>
        </p:spPr>
        <p:style>
          <a:lnRef idx="2">
            <a:srgbClr val="FFFFF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1">
                <a:solidFill>
                  <a:srgbClr val="FF0000"/>
                </a:solidFill>
              </a:rPr>
              <a:t>Evaluation Warning : The document was created with Spire.Presentation for Python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1"/>
              <a:t>Advantages</a:t>
            </a:r>
            <a:r>
              <a:rPr sz="3200" spc="-40" dirty="1"/>
              <a:t> </a:t>
            </a:r>
            <a:r>
              <a:rPr sz="3200" spc="220" dirty="1"/>
              <a:t>of</a:t>
            </a:r>
            <a:r>
              <a:rPr sz="3200" spc="-40" dirty="1"/>
              <a:t> </a:t>
            </a:r>
            <a:r>
              <a:rPr sz="3200" spc="95" dirty="1"/>
              <a:t>Artificial</a:t>
            </a:r>
            <a:r>
              <a:rPr sz="3200" spc="-45" dirty="1"/>
              <a:t> </a:t>
            </a:r>
            <a:r>
              <a:rPr sz="3200" spc="50" dirty="1"/>
              <a:t>Intelligence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35940" y="1436075"/>
            <a:ext cx="8071484" cy="4392295"/>
          </a:xfrm>
          <a:prstGeom prst="rect"/>
        </p:spPr>
        <p:txBody>
          <a:bodyPr vert="horz" wrap="square" lIns="0" tIns="93980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330835" indent="-318135">
              <a:lnSpc>
                <a:spcPct val="100000"/>
              </a:lnSpc>
              <a:spcBef>
                <a:spcPts val="740"/>
              </a:spcBef>
              <a:buClr>
                <a:srgbClr val="6697CC"/>
              </a:buClr>
              <a:buFont typeface="Arial MT"/>
              <a:buChar char="•"/>
              <a:tabLst>
                <a:tab pos="330835" algn="l"/>
              </a:tabLst>
            </a:pPr>
            <a:r>
              <a:rPr sz="2600" dirty="1">
                <a:latin typeface="Microsoft Sans Serif"/>
                <a:cs typeface="Microsoft Sans Serif"/>
              </a:rPr>
              <a:t>24x7</a:t>
            </a:r>
            <a:r>
              <a:rPr sz="2600" spc="-65" dirty="1">
                <a:latin typeface="Microsoft Sans Serif"/>
                <a:cs typeface="Microsoft Sans Serif"/>
              </a:rPr>
              <a:t> </a:t>
            </a:r>
            <a:r>
              <a:rPr sz="2600" spc="-10" dirty="1">
                <a:latin typeface="Microsoft Sans Serif"/>
                <a:cs typeface="Microsoft Sans Serif"/>
              </a:rPr>
              <a:t>Availability</a:t>
            </a:r>
            <a:endParaRPr sz="2600">
              <a:latin typeface="Microsoft Sans Serif"/>
              <a:cs typeface="Microsoft Sans Serif"/>
            </a:endParaRPr>
          </a:p>
          <a:p>
            <a:pPr marL="702945" marR="535940" lvl="1" indent="-265430">
              <a:lnSpc>
                <a:spcPct val="100000"/>
              </a:lnSpc>
              <a:spcBef>
                <a:spcPts val="640"/>
              </a:spcBef>
              <a:buClr>
                <a:srgbClr val="6697CC"/>
              </a:buClr>
              <a:buFont typeface="Arial MT"/>
              <a:buChar char="–"/>
              <a:tabLst>
                <a:tab pos="702945" algn="l"/>
              </a:tabLst>
            </a:pPr>
            <a:r>
              <a:rPr sz="2600" dirty="1">
                <a:latin typeface="Microsoft Sans Serif"/>
                <a:cs typeface="Microsoft Sans Serif"/>
              </a:rPr>
              <a:t>There</a:t>
            </a:r>
            <a:r>
              <a:rPr sz="2600" spc="-65" dirty="1">
                <a:latin typeface="Microsoft Sans Serif"/>
                <a:cs typeface="Microsoft Sans Serif"/>
              </a:rPr>
              <a:t> </a:t>
            </a:r>
            <a:r>
              <a:rPr sz="2600" dirty="1">
                <a:latin typeface="Microsoft Sans Serif"/>
                <a:cs typeface="Microsoft Sans Serif"/>
              </a:rPr>
              <a:t>are</a:t>
            </a:r>
            <a:r>
              <a:rPr sz="2600" spc="-65" dirty="1">
                <a:latin typeface="Microsoft Sans Serif"/>
                <a:cs typeface="Microsoft Sans Serif"/>
              </a:rPr>
              <a:t> </a:t>
            </a:r>
            <a:r>
              <a:rPr sz="2600" dirty="1">
                <a:latin typeface="Microsoft Sans Serif"/>
                <a:cs typeface="Microsoft Sans Serif"/>
              </a:rPr>
              <a:t>many</a:t>
            </a:r>
            <a:r>
              <a:rPr sz="2600" spc="-75" dirty="1">
                <a:latin typeface="Microsoft Sans Serif"/>
                <a:cs typeface="Microsoft Sans Serif"/>
              </a:rPr>
              <a:t> </a:t>
            </a:r>
            <a:r>
              <a:rPr sz="2600" dirty="1">
                <a:latin typeface="Microsoft Sans Serif"/>
                <a:cs typeface="Microsoft Sans Serif"/>
              </a:rPr>
              <a:t>studies</a:t>
            </a:r>
            <a:r>
              <a:rPr sz="2600" spc="-75" dirty="1">
                <a:latin typeface="Microsoft Sans Serif"/>
                <a:cs typeface="Microsoft Sans Serif"/>
              </a:rPr>
              <a:t> </a:t>
            </a:r>
            <a:r>
              <a:rPr sz="2600" spc="135" dirty="1">
                <a:latin typeface="Microsoft Sans Serif"/>
                <a:cs typeface="Microsoft Sans Serif"/>
              </a:rPr>
              <a:t>that</a:t>
            </a:r>
            <a:r>
              <a:rPr sz="2600" spc="-65" dirty="1">
                <a:latin typeface="Microsoft Sans Serif"/>
                <a:cs typeface="Microsoft Sans Serif"/>
              </a:rPr>
              <a:t> </a:t>
            </a:r>
            <a:r>
              <a:rPr sz="2600" dirty="1">
                <a:latin typeface="Microsoft Sans Serif"/>
                <a:cs typeface="Microsoft Sans Serif"/>
              </a:rPr>
              <a:t>show</a:t>
            </a:r>
            <a:r>
              <a:rPr sz="2600" spc="-65" dirty="1">
                <a:latin typeface="Microsoft Sans Serif"/>
                <a:cs typeface="Microsoft Sans Serif"/>
              </a:rPr>
              <a:t> </a:t>
            </a:r>
            <a:r>
              <a:rPr sz="2600" spc="-20" dirty="1">
                <a:latin typeface="Microsoft Sans Serif"/>
                <a:cs typeface="Microsoft Sans Serif"/>
              </a:rPr>
              <a:t>humans</a:t>
            </a:r>
            <a:r>
              <a:rPr sz="2600" spc="-75" dirty="1">
                <a:latin typeface="Microsoft Sans Serif"/>
                <a:cs typeface="Microsoft Sans Serif"/>
              </a:rPr>
              <a:t> </a:t>
            </a:r>
            <a:r>
              <a:rPr sz="2600" spc="-25" dirty="1">
                <a:latin typeface="Microsoft Sans Serif"/>
                <a:cs typeface="Microsoft Sans Serif"/>
              </a:rPr>
              <a:t>are </a:t>
            </a:r>
            <a:r>
              <a:rPr sz="2600" spc="60" dirty="1">
                <a:latin typeface="Microsoft Sans Serif"/>
                <a:cs typeface="Microsoft Sans Serif"/>
              </a:rPr>
              <a:t>productive</a:t>
            </a:r>
            <a:r>
              <a:rPr sz="2600" spc="-50" dirty="1">
                <a:latin typeface="Microsoft Sans Serif"/>
                <a:cs typeface="Microsoft Sans Serif"/>
              </a:rPr>
              <a:t> </a:t>
            </a:r>
            <a:r>
              <a:rPr sz="2600" dirty="1">
                <a:latin typeface="Microsoft Sans Serif"/>
                <a:cs typeface="Microsoft Sans Serif"/>
              </a:rPr>
              <a:t>only</a:t>
            </a:r>
            <a:r>
              <a:rPr sz="2600" spc="-60" dirty="1">
                <a:latin typeface="Microsoft Sans Serif"/>
                <a:cs typeface="Microsoft Sans Serif"/>
              </a:rPr>
              <a:t> </a:t>
            </a:r>
            <a:r>
              <a:rPr sz="2600" spc="70" dirty="1">
                <a:latin typeface="Microsoft Sans Serif"/>
                <a:cs typeface="Microsoft Sans Serif"/>
              </a:rPr>
              <a:t>about</a:t>
            </a:r>
            <a:r>
              <a:rPr sz="2600" spc="-70" dirty="1">
                <a:latin typeface="Microsoft Sans Serif"/>
                <a:cs typeface="Microsoft Sans Serif"/>
              </a:rPr>
              <a:t> </a:t>
            </a:r>
            <a:r>
              <a:rPr sz="2600" dirty="1">
                <a:latin typeface="Microsoft Sans Serif"/>
                <a:cs typeface="Microsoft Sans Serif"/>
              </a:rPr>
              <a:t>3</a:t>
            </a:r>
            <a:r>
              <a:rPr sz="2600" spc="-60" dirty="1">
                <a:latin typeface="Microsoft Sans Serif"/>
                <a:cs typeface="Microsoft Sans Serif"/>
              </a:rPr>
              <a:t> </a:t>
            </a:r>
            <a:r>
              <a:rPr sz="2600" spc="190" dirty="1">
                <a:latin typeface="Microsoft Sans Serif"/>
                <a:cs typeface="Microsoft Sans Serif"/>
              </a:rPr>
              <a:t>to</a:t>
            </a:r>
            <a:r>
              <a:rPr sz="2600" spc="-65" dirty="1">
                <a:latin typeface="Microsoft Sans Serif"/>
                <a:cs typeface="Microsoft Sans Serif"/>
              </a:rPr>
              <a:t> </a:t>
            </a:r>
            <a:r>
              <a:rPr sz="2600" dirty="1">
                <a:latin typeface="Microsoft Sans Serif"/>
                <a:cs typeface="Microsoft Sans Serif"/>
              </a:rPr>
              <a:t>4</a:t>
            </a:r>
            <a:r>
              <a:rPr sz="2600" spc="-65" dirty="1">
                <a:latin typeface="Microsoft Sans Serif"/>
                <a:cs typeface="Microsoft Sans Serif"/>
              </a:rPr>
              <a:t> </a:t>
            </a:r>
            <a:r>
              <a:rPr sz="2600" dirty="1">
                <a:latin typeface="Microsoft Sans Serif"/>
                <a:cs typeface="Microsoft Sans Serif"/>
              </a:rPr>
              <a:t>hours</a:t>
            </a:r>
            <a:r>
              <a:rPr sz="2600" spc="-70" dirty="1">
                <a:latin typeface="Microsoft Sans Serif"/>
                <a:cs typeface="Microsoft Sans Serif"/>
              </a:rPr>
              <a:t> </a:t>
            </a:r>
            <a:r>
              <a:rPr sz="2600" spc="50" dirty="1">
                <a:latin typeface="Microsoft Sans Serif"/>
                <a:cs typeface="Microsoft Sans Serif"/>
              </a:rPr>
              <a:t>in</a:t>
            </a:r>
            <a:r>
              <a:rPr sz="2600" spc="-70" dirty="1">
                <a:latin typeface="Microsoft Sans Serif"/>
                <a:cs typeface="Microsoft Sans Serif"/>
              </a:rPr>
              <a:t> </a:t>
            </a:r>
            <a:r>
              <a:rPr sz="2600" spc="-110" dirty="1">
                <a:latin typeface="Microsoft Sans Serif"/>
                <a:cs typeface="Microsoft Sans Serif"/>
              </a:rPr>
              <a:t>a</a:t>
            </a:r>
            <a:r>
              <a:rPr sz="2600" spc="-60" dirty="1">
                <a:latin typeface="Microsoft Sans Serif"/>
                <a:cs typeface="Microsoft Sans Serif"/>
              </a:rPr>
              <a:t> </a:t>
            </a:r>
            <a:r>
              <a:rPr sz="2600" spc="-20" dirty="1">
                <a:latin typeface="Microsoft Sans Serif"/>
                <a:cs typeface="Microsoft Sans Serif"/>
              </a:rPr>
              <a:t>day.</a:t>
            </a:r>
            <a:endParaRPr sz="2600">
              <a:latin typeface="Microsoft Sans Serif"/>
              <a:cs typeface="Microsoft Sans Serif"/>
            </a:endParaRPr>
          </a:p>
          <a:p>
            <a:pPr marL="702945" marR="396240" lvl="1" indent="-265430">
              <a:lnSpc>
                <a:spcPct val="99800"/>
              </a:lnSpc>
              <a:spcBef>
                <a:spcPts val="650"/>
              </a:spcBef>
              <a:buClr>
                <a:srgbClr val="6697CC"/>
              </a:buClr>
              <a:buFont typeface="Arial MT"/>
              <a:buChar char="–"/>
              <a:tabLst>
                <a:tab pos="702945" algn="l"/>
              </a:tabLst>
            </a:pPr>
            <a:r>
              <a:rPr sz="2600" spc="-30" dirty="1">
                <a:latin typeface="Microsoft Sans Serif"/>
                <a:cs typeface="Microsoft Sans Serif"/>
              </a:rPr>
              <a:t>Humans</a:t>
            </a:r>
            <a:r>
              <a:rPr sz="2600" spc="-95" dirty="1">
                <a:latin typeface="Microsoft Sans Serif"/>
                <a:cs typeface="Microsoft Sans Serif"/>
              </a:rPr>
              <a:t> </a:t>
            </a:r>
            <a:r>
              <a:rPr sz="2600" spc="-10" dirty="1">
                <a:latin typeface="Microsoft Sans Serif"/>
                <a:cs typeface="Microsoft Sans Serif"/>
              </a:rPr>
              <a:t>also</a:t>
            </a:r>
            <a:r>
              <a:rPr sz="2600" spc="-100" dirty="1">
                <a:latin typeface="Microsoft Sans Serif"/>
                <a:cs typeface="Microsoft Sans Serif"/>
              </a:rPr>
              <a:t> </a:t>
            </a:r>
            <a:r>
              <a:rPr sz="2600" dirty="1">
                <a:latin typeface="Microsoft Sans Serif"/>
                <a:cs typeface="Microsoft Sans Serif"/>
              </a:rPr>
              <a:t>need</a:t>
            </a:r>
            <a:r>
              <a:rPr sz="2600" spc="-100" dirty="1">
                <a:latin typeface="Microsoft Sans Serif"/>
                <a:cs typeface="Microsoft Sans Serif"/>
              </a:rPr>
              <a:t> </a:t>
            </a:r>
            <a:r>
              <a:rPr sz="2600" dirty="1">
                <a:latin typeface="Microsoft Sans Serif"/>
                <a:cs typeface="Microsoft Sans Serif"/>
              </a:rPr>
              <a:t>breaks</a:t>
            </a:r>
            <a:r>
              <a:rPr sz="2600" spc="-105" dirty="1">
                <a:latin typeface="Microsoft Sans Serif"/>
                <a:cs typeface="Microsoft Sans Serif"/>
              </a:rPr>
              <a:t> </a:t>
            </a:r>
            <a:r>
              <a:rPr sz="2600" dirty="1">
                <a:latin typeface="Microsoft Sans Serif"/>
                <a:cs typeface="Microsoft Sans Serif"/>
              </a:rPr>
              <a:t>and</a:t>
            </a:r>
            <a:r>
              <a:rPr sz="2600" spc="-90" dirty="1">
                <a:latin typeface="Microsoft Sans Serif"/>
                <a:cs typeface="Microsoft Sans Serif"/>
              </a:rPr>
              <a:t> </a:t>
            </a:r>
            <a:r>
              <a:rPr sz="2600" spc="105" dirty="1">
                <a:latin typeface="Microsoft Sans Serif"/>
                <a:cs typeface="Microsoft Sans Serif"/>
              </a:rPr>
              <a:t>time</a:t>
            </a:r>
            <a:r>
              <a:rPr sz="2600" spc="-85" dirty="1">
                <a:latin typeface="Microsoft Sans Serif"/>
                <a:cs typeface="Microsoft Sans Serif"/>
              </a:rPr>
              <a:t> </a:t>
            </a:r>
            <a:r>
              <a:rPr sz="2600" spc="114" dirty="1">
                <a:latin typeface="Microsoft Sans Serif"/>
                <a:cs typeface="Microsoft Sans Serif"/>
              </a:rPr>
              <a:t>offs</a:t>
            </a:r>
            <a:r>
              <a:rPr sz="2600" spc="-100" dirty="1">
                <a:latin typeface="Microsoft Sans Serif"/>
                <a:cs typeface="Microsoft Sans Serif"/>
              </a:rPr>
              <a:t> </a:t>
            </a:r>
            <a:r>
              <a:rPr sz="2600" spc="165" dirty="1">
                <a:latin typeface="Microsoft Sans Serif"/>
                <a:cs typeface="Microsoft Sans Serif"/>
              </a:rPr>
              <a:t>to </a:t>
            </a:r>
            <a:r>
              <a:rPr sz="2600" spc="-10" dirty="1">
                <a:latin typeface="Microsoft Sans Serif"/>
                <a:cs typeface="Microsoft Sans Serif"/>
              </a:rPr>
              <a:t>balance</a:t>
            </a:r>
            <a:r>
              <a:rPr sz="2600" spc="-80" dirty="1">
                <a:latin typeface="Microsoft Sans Serif"/>
                <a:cs typeface="Microsoft Sans Serif"/>
              </a:rPr>
              <a:t> </a:t>
            </a:r>
            <a:r>
              <a:rPr sz="2600" spc="105" dirty="1">
                <a:latin typeface="Microsoft Sans Serif"/>
                <a:cs typeface="Microsoft Sans Serif"/>
              </a:rPr>
              <a:t>their</a:t>
            </a:r>
            <a:r>
              <a:rPr sz="2600" spc="-80" dirty="1">
                <a:latin typeface="Microsoft Sans Serif"/>
                <a:cs typeface="Microsoft Sans Serif"/>
              </a:rPr>
              <a:t> </a:t>
            </a:r>
            <a:r>
              <a:rPr sz="2600" spc="90" dirty="1">
                <a:latin typeface="Microsoft Sans Serif"/>
                <a:cs typeface="Microsoft Sans Serif"/>
              </a:rPr>
              <a:t>work</a:t>
            </a:r>
            <a:r>
              <a:rPr sz="2600" spc="-85" dirty="1">
                <a:latin typeface="Microsoft Sans Serif"/>
                <a:cs typeface="Microsoft Sans Serif"/>
              </a:rPr>
              <a:t> </a:t>
            </a:r>
            <a:r>
              <a:rPr sz="2600" spc="110" dirty="1">
                <a:latin typeface="Microsoft Sans Serif"/>
                <a:cs typeface="Microsoft Sans Serif"/>
              </a:rPr>
              <a:t>life</a:t>
            </a:r>
            <a:r>
              <a:rPr sz="2600" spc="-80" dirty="1">
                <a:latin typeface="Microsoft Sans Serif"/>
                <a:cs typeface="Microsoft Sans Serif"/>
              </a:rPr>
              <a:t> </a:t>
            </a:r>
            <a:r>
              <a:rPr sz="2600" dirty="1">
                <a:latin typeface="Microsoft Sans Serif"/>
                <a:cs typeface="Microsoft Sans Serif"/>
              </a:rPr>
              <a:t>and</a:t>
            </a:r>
            <a:r>
              <a:rPr sz="2600" spc="-85" dirty="1">
                <a:latin typeface="Microsoft Sans Serif"/>
                <a:cs typeface="Microsoft Sans Serif"/>
              </a:rPr>
              <a:t> </a:t>
            </a:r>
            <a:r>
              <a:rPr sz="2600" dirty="1">
                <a:latin typeface="Microsoft Sans Serif"/>
                <a:cs typeface="Microsoft Sans Serif"/>
              </a:rPr>
              <a:t>personal</a:t>
            </a:r>
            <a:r>
              <a:rPr sz="2600" spc="-90" dirty="1">
                <a:latin typeface="Microsoft Sans Serif"/>
                <a:cs typeface="Microsoft Sans Serif"/>
              </a:rPr>
              <a:t> </a:t>
            </a:r>
            <a:r>
              <a:rPr sz="2600" spc="70" dirty="1">
                <a:latin typeface="Microsoft Sans Serif"/>
                <a:cs typeface="Microsoft Sans Serif"/>
              </a:rPr>
              <a:t>life.</a:t>
            </a:r>
            <a:r>
              <a:rPr sz="2600" spc="-80" dirty="1">
                <a:latin typeface="Microsoft Sans Serif"/>
                <a:cs typeface="Microsoft Sans Serif"/>
              </a:rPr>
              <a:t> </a:t>
            </a:r>
            <a:r>
              <a:rPr sz="2600" spc="85" dirty="1">
                <a:latin typeface="Microsoft Sans Serif"/>
                <a:cs typeface="Microsoft Sans Serif"/>
              </a:rPr>
              <a:t>But</a:t>
            </a:r>
            <a:r>
              <a:rPr sz="2600" spc="-75" dirty="1">
                <a:latin typeface="Microsoft Sans Serif"/>
                <a:cs typeface="Microsoft Sans Serif"/>
              </a:rPr>
              <a:t> </a:t>
            </a:r>
            <a:r>
              <a:rPr sz="2600" spc="-25" dirty="1">
                <a:latin typeface="Microsoft Sans Serif"/>
                <a:cs typeface="Microsoft Sans Serif"/>
              </a:rPr>
              <a:t>AI </a:t>
            </a:r>
            <a:r>
              <a:rPr sz="2600" spc="-55" dirty="1">
                <a:latin typeface="Microsoft Sans Serif"/>
                <a:cs typeface="Microsoft Sans Serif"/>
              </a:rPr>
              <a:t>can</a:t>
            </a:r>
            <a:r>
              <a:rPr sz="2600" spc="-100" dirty="1">
                <a:latin typeface="Microsoft Sans Serif"/>
                <a:cs typeface="Microsoft Sans Serif"/>
              </a:rPr>
              <a:t> </a:t>
            </a:r>
            <a:r>
              <a:rPr sz="2600" spc="90" dirty="1">
                <a:latin typeface="Microsoft Sans Serif"/>
                <a:cs typeface="Microsoft Sans Serif"/>
              </a:rPr>
              <a:t>work</a:t>
            </a:r>
            <a:r>
              <a:rPr sz="2600" spc="-100" dirty="1">
                <a:latin typeface="Microsoft Sans Serif"/>
                <a:cs typeface="Microsoft Sans Serif"/>
              </a:rPr>
              <a:t> </a:t>
            </a:r>
            <a:r>
              <a:rPr sz="2600" dirty="1">
                <a:latin typeface="Microsoft Sans Serif"/>
                <a:cs typeface="Microsoft Sans Serif"/>
              </a:rPr>
              <a:t>endlessly</a:t>
            </a:r>
            <a:r>
              <a:rPr sz="2600" spc="-110" dirty="1">
                <a:latin typeface="Microsoft Sans Serif"/>
                <a:cs typeface="Microsoft Sans Serif"/>
              </a:rPr>
              <a:t> </a:t>
            </a:r>
            <a:r>
              <a:rPr sz="2600" spc="130" dirty="1">
                <a:latin typeface="Microsoft Sans Serif"/>
                <a:cs typeface="Microsoft Sans Serif"/>
              </a:rPr>
              <a:t>without</a:t>
            </a:r>
            <a:r>
              <a:rPr sz="2600" spc="-100" dirty="1">
                <a:latin typeface="Microsoft Sans Serif"/>
                <a:cs typeface="Microsoft Sans Serif"/>
              </a:rPr>
              <a:t> </a:t>
            </a:r>
            <a:r>
              <a:rPr sz="2600" spc="-10" dirty="1">
                <a:latin typeface="Microsoft Sans Serif"/>
                <a:cs typeface="Microsoft Sans Serif"/>
              </a:rPr>
              <a:t>breaks.</a:t>
            </a:r>
            <a:endParaRPr sz="2600">
              <a:latin typeface="Microsoft Sans Serif"/>
              <a:cs typeface="Microsoft Sans Serif"/>
            </a:endParaRPr>
          </a:p>
          <a:p>
            <a:pPr marL="702945" marR="5080" lvl="1" indent="-265430">
              <a:lnSpc>
                <a:spcPct val="100000"/>
              </a:lnSpc>
              <a:spcBef>
                <a:spcPts val="635"/>
              </a:spcBef>
              <a:buClr>
                <a:srgbClr val="6697CC"/>
              </a:buClr>
              <a:buFont typeface="Arial MT"/>
              <a:buChar char="–"/>
              <a:tabLst>
                <a:tab pos="702945" algn="l"/>
              </a:tabLst>
            </a:pPr>
            <a:r>
              <a:rPr sz="2600" spc="-25" dirty="1">
                <a:latin typeface="Microsoft Sans Serif"/>
                <a:cs typeface="Microsoft Sans Serif"/>
              </a:rPr>
              <a:t>They</a:t>
            </a:r>
            <a:r>
              <a:rPr sz="2600" spc="-120" dirty="1">
                <a:latin typeface="Microsoft Sans Serif"/>
                <a:cs typeface="Microsoft Sans Serif"/>
              </a:rPr>
              <a:t> </a:t>
            </a:r>
            <a:r>
              <a:rPr sz="2600" spc="95" dirty="1">
                <a:latin typeface="Microsoft Sans Serif"/>
                <a:cs typeface="Microsoft Sans Serif"/>
              </a:rPr>
              <a:t>think</a:t>
            </a:r>
            <a:r>
              <a:rPr sz="2600" spc="-110" dirty="1">
                <a:latin typeface="Microsoft Sans Serif"/>
                <a:cs typeface="Microsoft Sans Serif"/>
              </a:rPr>
              <a:t> </a:t>
            </a:r>
            <a:r>
              <a:rPr sz="2600" dirty="1">
                <a:latin typeface="Microsoft Sans Serif"/>
                <a:cs typeface="Microsoft Sans Serif"/>
              </a:rPr>
              <a:t>much</a:t>
            </a:r>
            <a:r>
              <a:rPr sz="2600" spc="-120" dirty="1">
                <a:latin typeface="Microsoft Sans Serif"/>
                <a:cs typeface="Microsoft Sans Serif"/>
              </a:rPr>
              <a:t> </a:t>
            </a:r>
            <a:r>
              <a:rPr sz="2600" spc="75" dirty="1">
                <a:latin typeface="Microsoft Sans Serif"/>
                <a:cs typeface="Microsoft Sans Serif"/>
              </a:rPr>
              <a:t>faster</a:t>
            </a:r>
            <a:r>
              <a:rPr sz="2600" spc="-110" dirty="1">
                <a:latin typeface="Microsoft Sans Serif"/>
                <a:cs typeface="Microsoft Sans Serif"/>
              </a:rPr>
              <a:t> </a:t>
            </a:r>
            <a:r>
              <a:rPr sz="2600" spc="65" dirty="1">
                <a:latin typeface="Microsoft Sans Serif"/>
                <a:cs typeface="Microsoft Sans Serif"/>
              </a:rPr>
              <a:t>than</a:t>
            </a:r>
            <a:r>
              <a:rPr sz="2600" spc="-114" dirty="1">
                <a:latin typeface="Microsoft Sans Serif"/>
                <a:cs typeface="Microsoft Sans Serif"/>
              </a:rPr>
              <a:t> </a:t>
            </a:r>
            <a:r>
              <a:rPr sz="2600" spc="-10" dirty="1">
                <a:latin typeface="Microsoft Sans Serif"/>
                <a:cs typeface="Microsoft Sans Serif"/>
              </a:rPr>
              <a:t>humans</a:t>
            </a:r>
            <a:r>
              <a:rPr sz="2600" spc="-110" dirty="1">
                <a:latin typeface="Microsoft Sans Serif"/>
                <a:cs typeface="Microsoft Sans Serif"/>
              </a:rPr>
              <a:t> </a:t>
            </a:r>
            <a:r>
              <a:rPr sz="2600" dirty="1">
                <a:latin typeface="Microsoft Sans Serif"/>
                <a:cs typeface="Microsoft Sans Serif"/>
              </a:rPr>
              <a:t>and</a:t>
            </a:r>
            <a:r>
              <a:rPr sz="2600" spc="-120" dirty="1">
                <a:latin typeface="Microsoft Sans Serif"/>
                <a:cs typeface="Microsoft Sans Serif"/>
              </a:rPr>
              <a:t> </a:t>
            </a:r>
            <a:r>
              <a:rPr sz="2600" spc="90" dirty="1">
                <a:latin typeface="Microsoft Sans Serif"/>
                <a:cs typeface="Microsoft Sans Serif"/>
              </a:rPr>
              <a:t>perform multiple</a:t>
            </a:r>
            <a:r>
              <a:rPr sz="2600" spc="-90" dirty="1">
                <a:latin typeface="Microsoft Sans Serif"/>
                <a:cs typeface="Microsoft Sans Serif"/>
              </a:rPr>
              <a:t> </a:t>
            </a:r>
            <a:r>
              <a:rPr sz="2600" dirty="1">
                <a:latin typeface="Microsoft Sans Serif"/>
                <a:cs typeface="Microsoft Sans Serif"/>
              </a:rPr>
              <a:t>tasks</a:t>
            </a:r>
            <a:r>
              <a:rPr sz="2600" spc="-95" dirty="1">
                <a:latin typeface="Microsoft Sans Serif"/>
                <a:cs typeface="Microsoft Sans Serif"/>
              </a:rPr>
              <a:t> </a:t>
            </a:r>
            <a:r>
              <a:rPr sz="2600" spc="105" dirty="1">
                <a:latin typeface="Microsoft Sans Serif"/>
                <a:cs typeface="Microsoft Sans Serif"/>
              </a:rPr>
              <a:t>at</a:t>
            </a:r>
            <a:r>
              <a:rPr sz="2600" spc="-90" dirty="1">
                <a:latin typeface="Microsoft Sans Serif"/>
                <a:cs typeface="Microsoft Sans Serif"/>
              </a:rPr>
              <a:t> </a:t>
            </a:r>
            <a:r>
              <a:rPr sz="2600" spc="-110" dirty="1">
                <a:latin typeface="Microsoft Sans Serif"/>
                <a:cs typeface="Microsoft Sans Serif"/>
              </a:rPr>
              <a:t>a</a:t>
            </a:r>
            <a:r>
              <a:rPr sz="2600" spc="-85" dirty="1">
                <a:latin typeface="Microsoft Sans Serif"/>
                <a:cs typeface="Microsoft Sans Serif"/>
              </a:rPr>
              <a:t> </a:t>
            </a:r>
            <a:r>
              <a:rPr sz="2600" spc="105" dirty="1">
                <a:latin typeface="Microsoft Sans Serif"/>
                <a:cs typeface="Microsoft Sans Serif"/>
              </a:rPr>
              <a:t>time</a:t>
            </a:r>
            <a:r>
              <a:rPr sz="2600" spc="-85" dirty="1">
                <a:latin typeface="Microsoft Sans Serif"/>
                <a:cs typeface="Microsoft Sans Serif"/>
              </a:rPr>
              <a:t> </a:t>
            </a:r>
            <a:r>
              <a:rPr sz="2600" spc="130" dirty="1">
                <a:latin typeface="Microsoft Sans Serif"/>
                <a:cs typeface="Microsoft Sans Serif"/>
              </a:rPr>
              <a:t>with</a:t>
            </a:r>
            <a:r>
              <a:rPr sz="2600" spc="-100" dirty="1">
                <a:latin typeface="Microsoft Sans Serif"/>
                <a:cs typeface="Microsoft Sans Serif"/>
              </a:rPr>
              <a:t> </a:t>
            </a:r>
            <a:r>
              <a:rPr sz="2600" dirty="1">
                <a:latin typeface="Microsoft Sans Serif"/>
                <a:cs typeface="Microsoft Sans Serif"/>
              </a:rPr>
              <a:t>accurate</a:t>
            </a:r>
            <a:r>
              <a:rPr sz="2600" spc="-90" dirty="1">
                <a:latin typeface="Microsoft Sans Serif"/>
                <a:cs typeface="Microsoft Sans Serif"/>
              </a:rPr>
              <a:t> </a:t>
            </a:r>
            <a:r>
              <a:rPr sz="2600" spc="-10" dirty="1">
                <a:latin typeface="Microsoft Sans Serif"/>
                <a:cs typeface="Microsoft Sans Serif"/>
              </a:rPr>
              <a:t>results.</a:t>
            </a:r>
            <a:endParaRPr sz="2600">
              <a:latin typeface="Microsoft Sans Serif"/>
              <a:cs typeface="Microsoft Sans Serif"/>
            </a:endParaRPr>
          </a:p>
          <a:p>
            <a:pPr marL="702945" marR="720090" lvl="1" indent="-265430">
              <a:lnSpc>
                <a:spcPts val="3110"/>
              </a:lnSpc>
              <a:spcBef>
                <a:spcPts val="750"/>
              </a:spcBef>
              <a:buClr>
                <a:srgbClr val="6697CC"/>
              </a:buClr>
              <a:buFont typeface="Arial MT"/>
              <a:buChar char="–"/>
              <a:tabLst>
                <a:tab pos="702945" algn="l"/>
              </a:tabLst>
            </a:pPr>
            <a:r>
              <a:rPr sz="2600" spc="-25" dirty="1">
                <a:latin typeface="Microsoft Sans Serif"/>
                <a:cs typeface="Microsoft Sans Serif"/>
              </a:rPr>
              <a:t>They</a:t>
            </a:r>
            <a:r>
              <a:rPr sz="2600" spc="-85" dirty="1">
                <a:latin typeface="Microsoft Sans Serif"/>
                <a:cs typeface="Microsoft Sans Serif"/>
              </a:rPr>
              <a:t> </a:t>
            </a:r>
            <a:r>
              <a:rPr sz="2600" spc="-45" dirty="1">
                <a:latin typeface="Microsoft Sans Serif"/>
                <a:cs typeface="Microsoft Sans Serif"/>
              </a:rPr>
              <a:t>can</a:t>
            </a:r>
            <a:r>
              <a:rPr sz="2600" spc="-70" dirty="1">
                <a:latin typeface="Microsoft Sans Serif"/>
                <a:cs typeface="Microsoft Sans Serif"/>
              </a:rPr>
              <a:t> </a:t>
            </a:r>
            <a:r>
              <a:rPr sz="2600" dirty="1">
                <a:latin typeface="Microsoft Sans Serif"/>
                <a:cs typeface="Microsoft Sans Serif"/>
              </a:rPr>
              <a:t>even</a:t>
            </a:r>
            <a:r>
              <a:rPr sz="2600" spc="-70" dirty="1">
                <a:latin typeface="Microsoft Sans Serif"/>
                <a:cs typeface="Microsoft Sans Serif"/>
              </a:rPr>
              <a:t> </a:t>
            </a:r>
            <a:r>
              <a:rPr sz="2600" dirty="1">
                <a:latin typeface="Microsoft Sans Serif"/>
                <a:cs typeface="Microsoft Sans Serif"/>
              </a:rPr>
              <a:t>handle</a:t>
            </a:r>
            <a:r>
              <a:rPr sz="2600" spc="-75" dirty="1">
                <a:latin typeface="Microsoft Sans Serif"/>
                <a:cs typeface="Microsoft Sans Serif"/>
              </a:rPr>
              <a:t> </a:t>
            </a:r>
            <a:r>
              <a:rPr sz="2600" spc="50" dirty="1">
                <a:latin typeface="Microsoft Sans Serif"/>
                <a:cs typeface="Microsoft Sans Serif"/>
              </a:rPr>
              <a:t>tedious</a:t>
            </a:r>
            <a:r>
              <a:rPr sz="2600" spc="-80" dirty="1">
                <a:latin typeface="Microsoft Sans Serif"/>
                <a:cs typeface="Microsoft Sans Serif"/>
              </a:rPr>
              <a:t> </a:t>
            </a:r>
            <a:r>
              <a:rPr sz="2600" spc="90" dirty="1">
                <a:latin typeface="Microsoft Sans Serif"/>
                <a:cs typeface="Microsoft Sans Serif"/>
              </a:rPr>
              <a:t>repetitive</a:t>
            </a:r>
            <a:r>
              <a:rPr sz="2600" spc="-70" dirty="1">
                <a:latin typeface="Microsoft Sans Serif"/>
                <a:cs typeface="Microsoft Sans Serif"/>
              </a:rPr>
              <a:t> </a:t>
            </a:r>
            <a:r>
              <a:rPr sz="2600" spc="-20" dirty="1">
                <a:latin typeface="Microsoft Sans Serif"/>
                <a:cs typeface="Microsoft Sans Serif"/>
              </a:rPr>
              <a:t>jobs </a:t>
            </a:r>
            <a:r>
              <a:rPr sz="2600" spc="-10" dirty="1">
                <a:latin typeface="Microsoft Sans Serif"/>
                <a:cs typeface="Microsoft Sans Serif"/>
              </a:rPr>
              <a:t>easily</a:t>
            </a:r>
            <a:r>
              <a:rPr sz="2600" spc="-90" dirty="1">
                <a:latin typeface="Microsoft Sans Serif"/>
                <a:cs typeface="Microsoft Sans Serif"/>
              </a:rPr>
              <a:t> </a:t>
            </a:r>
            <a:r>
              <a:rPr sz="2600" spc="130" dirty="1">
                <a:latin typeface="Microsoft Sans Serif"/>
                <a:cs typeface="Microsoft Sans Serif"/>
              </a:rPr>
              <a:t>with</a:t>
            </a:r>
            <a:r>
              <a:rPr sz="2600" spc="-80" dirty="1">
                <a:latin typeface="Microsoft Sans Serif"/>
                <a:cs typeface="Microsoft Sans Serif"/>
              </a:rPr>
              <a:t> </a:t>
            </a:r>
            <a:r>
              <a:rPr sz="2600" spc="105" dirty="1">
                <a:latin typeface="Microsoft Sans Serif"/>
                <a:cs typeface="Microsoft Sans Serif"/>
              </a:rPr>
              <a:t>the</a:t>
            </a:r>
            <a:r>
              <a:rPr sz="2600" spc="-75" dirty="1">
                <a:latin typeface="Microsoft Sans Serif"/>
                <a:cs typeface="Microsoft Sans Serif"/>
              </a:rPr>
              <a:t> </a:t>
            </a:r>
            <a:r>
              <a:rPr sz="2600" dirty="1">
                <a:latin typeface="Microsoft Sans Serif"/>
                <a:cs typeface="Microsoft Sans Serif"/>
              </a:rPr>
              <a:t>help</a:t>
            </a:r>
            <a:r>
              <a:rPr sz="2600" spc="-75" dirty="1">
                <a:latin typeface="Microsoft Sans Serif"/>
                <a:cs typeface="Microsoft Sans Serif"/>
              </a:rPr>
              <a:t> </a:t>
            </a:r>
            <a:r>
              <a:rPr sz="2600" spc="165" dirty="1">
                <a:latin typeface="Microsoft Sans Serif"/>
                <a:cs typeface="Microsoft Sans Serif"/>
              </a:rPr>
              <a:t>of</a:t>
            </a:r>
            <a:r>
              <a:rPr sz="2600" spc="-75" dirty="1">
                <a:latin typeface="Microsoft Sans Serif"/>
                <a:cs typeface="Microsoft Sans Serif"/>
              </a:rPr>
              <a:t> </a:t>
            </a:r>
            <a:r>
              <a:rPr sz="2600" dirty="1">
                <a:latin typeface="Microsoft Sans Serif"/>
                <a:cs typeface="Microsoft Sans Serif"/>
              </a:rPr>
              <a:t>AI</a:t>
            </a:r>
            <a:r>
              <a:rPr sz="2600" spc="-75" dirty="1">
                <a:latin typeface="Microsoft Sans Serif"/>
                <a:cs typeface="Microsoft Sans Serif"/>
              </a:rPr>
              <a:t> </a:t>
            </a:r>
            <a:r>
              <a:rPr sz="2600" spc="-10" dirty="1">
                <a:latin typeface="Microsoft Sans Serif"/>
                <a:cs typeface="Microsoft Sans Serif"/>
              </a:rPr>
              <a:t>algorithms.</a:t>
            </a:r>
            <a:endParaRPr sz="26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xmlns:r="http://schemas.openxmlformats.org/officeDocument/2006/relationships" r:embed="rId2"/>
          <a:srcRect/>
          <a:stretch>
            <a:fillRect/>
          </a:stretch>
        </p:blipFill>
        <p:spPr>
          <a:xfrm>
            <a:off x="7851597" y="70916"/>
            <a:ext cx="1184757" cy="648004"/>
          </a:xfrm>
          <a:prstGeom prst="rect"/>
        </p:spPr>
      </p:pic>
      <p:sp>
        <p:nvSpPr>
          <p:cNvPr id="5" name="New shape"/>
          <p:cNvSpPr>
            <a:spLocks noSelect="1" noMove="1" noResize="1" noTextEdit="1"/>
          </p:cNvSpPr>
          <p:nvPr/>
        </p:nvSpPr>
        <p:spPr>
          <a:xfrm>
            <a:off x="127000" y="254000"/>
            <a:ext cx="6985000" cy="254000"/>
          </a:xfrm>
          <a:prstGeom prst="rect"/>
          <a:noFill/>
        </p:spPr>
        <p:style>
          <a:lnRef idx="2">
            <a:srgbClr val="FFFFF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1">
                <a:solidFill>
                  <a:srgbClr val="FF0000"/>
                </a:solidFill>
              </a:rPr>
              <a:t>Evaluation Warning : The document was created with Spire.Presentation for Python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1"/>
              <a:t>Disadvantages</a:t>
            </a:r>
            <a:r>
              <a:rPr sz="3200" spc="-145" dirty="1"/>
              <a:t> </a:t>
            </a:r>
            <a:r>
              <a:rPr sz="3200" spc="225" dirty="1"/>
              <a:t>of</a:t>
            </a:r>
            <a:r>
              <a:rPr sz="3200" spc="-140" dirty="1"/>
              <a:t> </a:t>
            </a:r>
            <a:r>
              <a:rPr sz="3200" spc="95" dirty="1"/>
              <a:t>Artificial</a:t>
            </a:r>
            <a:r>
              <a:rPr sz="3200" spc="-140" dirty="1"/>
              <a:t> </a:t>
            </a:r>
            <a:r>
              <a:rPr sz="3200" spc="50" dirty="1"/>
              <a:t>Intelligence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35940" y="1444070"/>
            <a:ext cx="8120380" cy="4277995"/>
          </a:xfrm>
          <a:prstGeom prst="rect"/>
        </p:spPr>
        <p:txBody>
          <a:bodyPr vert="horz" wrap="square" lIns="0" tIns="88265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296545" indent="-283845">
              <a:lnSpc>
                <a:spcPct val="100000"/>
              </a:lnSpc>
              <a:spcBef>
                <a:spcPts val="695"/>
              </a:spcBef>
              <a:buClr>
                <a:srgbClr val="6697CC"/>
              </a:buClr>
              <a:buFont typeface="Arial MT"/>
              <a:buChar char="•"/>
              <a:tabLst>
                <a:tab pos="296545" algn="l"/>
              </a:tabLst>
            </a:pPr>
            <a:r>
              <a:rPr sz="2300" spc="55" dirty="1">
                <a:latin typeface="Microsoft Sans Serif"/>
                <a:cs typeface="Microsoft Sans Serif"/>
              </a:rPr>
              <a:t>No</a:t>
            </a:r>
            <a:r>
              <a:rPr sz="2300" spc="-70" dirty="1">
                <a:latin typeface="Microsoft Sans Serif"/>
                <a:cs typeface="Microsoft Sans Serif"/>
              </a:rPr>
              <a:t> </a:t>
            </a:r>
            <a:r>
              <a:rPr sz="2300" spc="55" dirty="1">
                <a:latin typeface="Microsoft Sans Serif"/>
                <a:cs typeface="Microsoft Sans Serif"/>
              </a:rPr>
              <a:t>creativity</a:t>
            </a:r>
            <a:endParaRPr sz="2300">
              <a:latin typeface="Microsoft Sans Serif"/>
              <a:cs typeface="Microsoft Sans Serif"/>
            </a:endParaRPr>
          </a:p>
          <a:p>
            <a:pPr marL="628650" marR="240665" lvl="1" indent="-236220">
              <a:lnSpc>
                <a:spcPct val="100699"/>
              </a:lnSpc>
              <a:spcBef>
                <a:spcPts val="585"/>
              </a:spcBef>
              <a:buClr>
                <a:srgbClr val="6697CC"/>
              </a:buClr>
              <a:buFont typeface="Arial MT"/>
              <a:buChar char="–"/>
              <a:tabLst>
                <a:tab pos="628650" algn="l"/>
              </a:tabLst>
            </a:pPr>
            <a:r>
              <a:rPr sz="2300" dirty="1">
                <a:latin typeface="Microsoft Sans Serif"/>
                <a:cs typeface="Microsoft Sans Serif"/>
              </a:rPr>
              <a:t>A</a:t>
            </a:r>
            <a:r>
              <a:rPr sz="2300" spc="-35" dirty="1">
                <a:latin typeface="Microsoft Sans Serif"/>
                <a:cs typeface="Microsoft Sans Serif"/>
              </a:rPr>
              <a:t> </a:t>
            </a:r>
            <a:r>
              <a:rPr sz="2300" spc="65" dirty="1">
                <a:latin typeface="Microsoft Sans Serif"/>
                <a:cs typeface="Microsoft Sans Serif"/>
              </a:rPr>
              <a:t>big</a:t>
            </a:r>
            <a:r>
              <a:rPr sz="2300" spc="-30" dirty="1">
                <a:latin typeface="Microsoft Sans Serif"/>
                <a:cs typeface="Microsoft Sans Serif"/>
              </a:rPr>
              <a:t> </a:t>
            </a:r>
            <a:r>
              <a:rPr sz="2300" dirty="1">
                <a:latin typeface="Microsoft Sans Serif"/>
                <a:cs typeface="Microsoft Sans Serif"/>
              </a:rPr>
              <a:t>disadvantage</a:t>
            </a:r>
            <a:r>
              <a:rPr sz="2300" spc="-35" dirty="1">
                <a:latin typeface="Microsoft Sans Serif"/>
                <a:cs typeface="Microsoft Sans Serif"/>
              </a:rPr>
              <a:t> </a:t>
            </a:r>
            <a:r>
              <a:rPr sz="2300" spc="170" dirty="1">
                <a:latin typeface="Microsoft Sans Serif"/>
                <a:cs typeface="Microsoft Sans Serif"/>
              </a:rPr>
              <a:t>of</a:t>
            </a:r>
            <a:r>
              <a:rPr sz="2300" spc="-40" dirty="1">
                <a:latin typeface="Microsoft Sans Serif"/>
                <a:cs typeface="Microsoft Sans Serif"/>
              </a:rPr>
              <a:t> </a:t>
            </a:r>
            <a:r>
              <a:rPr sz="2300" dirty="1">
                <a:latin typeface="Microsoft Sans Serif"/>
                <a:cs typeface="Microsoft Sans Serif"/>
              </a:rPr>
              <a:t>AI</a:t>
            </a:r>
            <a:r>
              <a:rPr sz="2300" spc="-30" dirty="1">
                <a:latin typeface="Microsoft Sans Serif"/>
                <a:cs typeface="Microsoft Sans Serif"/>
              </a:rPr>
              <a:t> </a:t>
            </a:r>
            <a:r>
              <a:rPr sz="2300" dirty="1">
                <a:latin typeface="Microsoft Sans Serif"/>
                <a:cs typeface="Microsoft Sans Serif"/>
              </a:rPr>
              <a:t>is</a:t>
            </a:r>
            <a:r>
              <a:rPr sz="2300" spc="-40" dirty="1">
                <a:latin typeface="Microsoft Sans Serif"/>
                <a:cs typeface="Microsoft Sans Serif"/>
              </a:rPr>
              <a:t> </a:t>
            </a:r>
            <a:r>
              <a:rPr sz="2300" spc="135" dirty="1">
                <a:latin typeface="Microsoft Sans Serif"/>
                <a:cs typeface="Microsoft Sans Serif"/>
              </a:rPr>
              <a:t>that</a:t>
            </a:r>
            <a:r>
              <a:rPr sz="2300" spc="-35" dirty="1">
                <a:latin typeface="Microsoft Sans Serif"/>
                <a:cs typeface="Microsoft Sans Serif"/>
              </a:rPr>
              <a:t> </a:t>
            </a:r>
            <a:r>
              <a:rPr sz="2300" spc="170" dirty="1">
                <a:latin typeface="Microsoft Sans Serif"/>
                <a:cs typeface="Microsoft Sans Serif"/>
              </a:rPr>
              <a:t>it</a:t>
            </a:r>
            <a:r>
              <a:rPr sz="2300" spc="-30" dirty="1">
                <a:latin typeface="Microsoft Sans Serif"/>
                <a:cs typeface="Microsoft Sans Serif"/>
              </a:rPr>
              <a:t> </a:t>
            </a:r>
            <a:r>
              <a:rPr sz="2300" spc="50" dirty="1">
                <a:latin typeface="Microsoft Sans Serif"/>
                <a:cs typeface="Microsoft Sans Serif"/>
              </a:rPr>
              <a:t>cannot</a:t>
            </a:r>
            <a:r>
              <a:rPr sz="2300" spc="-25" dirty="1">
                <a:latin typeface="Microsoft Sans Serif"/>
                <a:cs typeface="Microsoft Sans Serif"/>
              </a:rPr>
              <a:t> </a:t>
            </a:r>
            <a:r>
              <a:rPr sz="2300" dirty="1">
                <a:latin typeface="Microsoft Sans Serif"/>
                <a:cs typeface="Microsoft Sans Serif"/>
              </a:rPr>
              <a:t>learn</a:t>
            </a:r>
            <a:r>
              <a:rPr sz="2300" spc="-40" dirty="1">
                <a:latin typeface="Microsoft Sans Serif"/>
                <a:cs typeface="Microsoft Sans Serif"/>
              </a:rPr>
              <a:t> </a:t>
            </a:r>
            <a:r>
              <a:rPr sz="2300" spc="190" dirty="1">
                <a:latin typeface="Microsoft Sans Serif"/>
                <a:cs typeface="Microsoft Sans Serif"/>
              </a:rPr>
              <a:t>to</a:t>
            </a:r>
            <a:r>
              <a:rPr sz="2300" spc="-35" dirty="1">
                <a:latin typeface="Microsoft Sans Serif"/>
                <a:cs typeface="Microsoft Sans Serif"/>
              </a:rPr>
              <a:t> </a:t>
            </a:r>
            <a:r>
              <a:rPr sz="2300" spc="85" dirty="1">
                <a:latin typeface="Microsoft Sans Serif"/>
                <a:cs typeface="Microsoft Sans Serif"/>
              </a:rPr>
              <a:t>think </a:t>
            </a:r>
            <a:r>
              <a:rPr sz="2300" spc="60" dirty="1">
                <a:latin typeface="Microsoft Sans Serif"/>
                <a:cs typeface="Microsoft Sans Serif"/>
              </a:rPr>
              <a:t>outside</a:t>
            </a:r>
            <a:r>
              <a:rPr sz="2300" spc="-65" dirty="1">
                <a:latin typeface="Microsoft Sans Serif"/>
                <a:cs typeface="Microsoft Sans Serif"/>
              </a:rPr>
              <a:t> </a:t>
            </a:r>
            <a:r>
              <a:rPr sz="2300" spc="110" dirty="1">
                <a:latin typeface="Microsoft Sans Serif"/>
                <a:cs typeface="Microsoft Sans Serif"/>
              </a:rPr>
              <a:t>the</a:t>
            </a:r>
            <a:r>
              <a:rPr sz="2300" spc="-70" dirty="1">
                <a:latin typeface="Microsoft Sans Serif"/>
                <a:cs typeface="Microsoft Sans Serif"/>
              </a:rPr>
              <a:t> </a:t>
            </a:r>
            <a:r>
              <a:rPr sz="2300" spc="-20" dirty="1">
                <a:latin typeface="Microsoft Sans Serif"/>
                <a:cs typeface="Microsoft Sans Serif"/>
              </a:rPr>
              <a:t>box.</a:t>
            </a:r>
            <a:endParaRPr sz="2300">
              <a:latin typeface="Microsoft Sans Serif"/>
              <a:cs typeface="Microsoft Sans Serif"/>
            </a:endParaRPr>
          </a:p>
          <a:p>
            <a:pPr marL="628650" marR="5080" lvl="1" indent="-236220">
              <a:lnSpc>
                <a:spcPct val="100800"/>
              </a:lnSpc>
              <a:spcBef>
                <a:spcPts val="580"/>
              </a:spcBef>
              <a:buClr>
                <a:srgbClr val="6697CC"/>
              </a:buClr>
              <a:buFont typeface="Arial MT"/>
              <a:buChar char="–"/>
              <a:tabLst>
                <a:tab pos="628650" algn="l"/>
              </a:tabLst>
            </a:pPr>
            <a:r>
              <a:rPr sz="2300" dirty="1">
                <a:latin typeface="Microsoft Sans Serif"/>
                <a:cs typeface="Microsoft Sans Serif"/>
              </a:rPr>
              <a:t>AI</a:t>
            </a:r>
            <a:r>
              <a:rPr sz="2300" spc="-60" dirty="1">
                <a:latin typeface="Microsoft Sans Serif"/>
                <a:cs typeface="Microsoft Sans Serif"/>
              </a:rPr>
              <a:t> </a:t>
            </a:r>
            <a:r>
              <a:rPr sz="2300" dirty="1">
                <a:latin typeface="Microsoft Sans Serif"/>
                <a:cs typeface="Microsoft Sans Serif"/>
              </a:rPr>
              <a:t>is</a:t>
            </a:r>
            <a:r>
              <a:rPr sz="2300" spc="-60" dirty="1">
                <a:latin typeface="Microsoft Sans Serif"/>
                <a:cs typeface="Microsoft Sans Serif"/>
              </a:rPr>
              <a:t> </a:t>
            </a:r>
            <a:r>
              <a:rPr sz="2300" dirty="1">
                <a:latin typeface="Microsoft Sans Serif"/>
                <a:cs typeface="Microsoft Sans Serif"/>
              </a:rPr>
              <a:t>capable</a:t>
            </a:r>
            <a:r>
              <a:rPr sz="2300" spc="-55" dirty="1">
                <a:latin typeface="Microsoft Sans Serif"/>
                <a:cs typeface="Microsoft Sans Serif"/>
              </a:rPr>
              <a:t> </a:t>
            </a:r>
            <a:r>
              <a:rPr sz="2300" spc="165" dirty="1">
                <a:latin typeface="Microsoft Sans Serif"/>
                <a:cs typeface="Microsoft Sans Serif"/>
              </a:rPr>
              <a:t>of</a:t>
            </a:r>
            <a:r>
              <a:rPr sz="2300" spc="-60" dirty="1">
                <a:latin typeface="Microsoft Sans Serif"/>
                <a:cs typeface="Microsoft Sans Serif"/>
              </a:rPr>
              <a:t> </a:t>
            </a:r>
            <a:r>
              <a:rPr sz="2300" spc="45" dirty="1">
                <a:latin typeface="Microsoft Sans Serif"/>
                <a:cs typeface="Microsoft Sans Serif"/>
              </a:rPr>
              <a:t>learning</a:t>
            </a:r>
            <a:r>
              <a:rPr sz="2300" spc="-55" dirty="1">
                <a:latin typeface="Microsoft Sans Serif"/>
                <a:cs typeface="Microsoft Sans Serif"/>
              </a:rPr>
              <a:t> </a:t>
            </a:r>
            <a:r>
              <a:rPr sz="2300" spc="55" dirty="1">
                <a:latin typeface="Microsoft Sans Serif"/>
                <a:cs typeface="Microsoft Sans Serif"/>
              </a:rPr>
              <a:t>over</a:t>
            </a:r>
            <a:r>
              <a:rPr sz="2300" spc="-60" dirty="1">
                <a:latin typeface="Microsoft Sans Serif"/>
                <a:cs typeface="Microsoft Sans Serif"/>
              </a:rPr>
              <a:t> </a:t>
            </a:r>
            <a:r>
              <a:rPr sz="2300" spc="100" dirty="1">
                <a:latin typeface="Microsoft Sans Serif"/>
                <a:cs typeface="Microsoft Sans Serif"/>
              </a:rPr>
              <a:t>time</a:t>
            </a:r>
            <a:r>
              <a:rPr sz="2300" spc="-55" dirty="1">
                <a:latin typeface="Microsoft Sans Serif"/>
                <a:cs typeface="Microsoft Sans Serif"/>
              </a:rPr>
              <a:t> </a:t>
            </a:r>
            <a:r>
              <a:rPr sz="2300" spc="125" dirty="1">
                <a:latin typeface="Microsoft Sans Serif"/>
                <a:cs typeface="Microsoft Sans Serif"/>
              </a:rPr>
              <a:t>with</a:t>
            </a:r>
            <a:r>
              <a:rPr sz="2300" spc="-60" dirty="1">
                <a:latin typeface="Microsoft Sans Serif"/>
                <a:cs typeface="Microsoft Sans Serif"/>
              </a:rPr>
              <a:t> </a:t>
            </a:r>
            <a:r>
              <a:rPr sz="2300" dirty="1">
                <a:latin typeface="Microsoft Sans Serif"/>
                <a:cs typeface="Microsoft Sans Serif"/>
              </a:rPr>
              <a:t>pre-</a:t>
            </a:r>
            <a:r>
              <a:rPr sz="2300" spc="110" dirty="1">
                <a:latin typeface="Microsoft Sans Serif"/>
                <a:cs typeface="Microsoft Sans Serif"/>
              </a:rPr>
              <a:t>fed</a:t>
            </a:r>
            <a:r>
              <a:rPr sz="2300" spc="-55" dirty="1">
                <a:latin typeface="Microsoft Sans Serif"/>
                <a:cs typeface="Microsoft Sans Serif"/>
              </a:rPr>
              <a:t> </a:t>
            </a:r>
            <a:r>
              <a:rPr sz="2300" spc="60" dirty="1">
                <a:latin typeface="Microsoft Sans Serif"/>
                <a:cs typeface="Microsoft Sans Serif"/>
              </a:rPr>
              <a:t>data</a:t>
            </a:r>
            <a:r>
              <a:rPr sz="2300" spc="-55" dirty="1">
                <a:latin typeface="Microsoft Sans Serif"/>
                <a:cs typeface="Microsoft Sans Serif"/>
              </a:rPr>
              <a:t> </a:t>
            </a:r>
            <a:r>
              <a:rPr sz="2300" spc="-25" dirty="1">
                <a:latin typeface="Microsoft Sans Serif"/>
                <a:cs typeface="Microsoft Sans Serif"/>
              </a:rPr>
              <a:t>and </a:t>
            </a:r>
            <a:r>
              <a:rPr sz="2300" dirty="1">
                <a:latin typeface="Microsoft Sans Serif"/>
                <a:cs typeface="Microsoft Sans Serif"/>
              </a:rPr>
              <a:t>past</a:t>
            </a:r>
            <a:r>
              <a:rPr sz="2300" spc="25" dirty="1">
                <a:latin typeface="Microsoft Sans Serif"/>
                <a:cs typeface="Microsoft Sans Serif"/>
              </a:rPr>
              <a:t> </a:t>
            </a:r>
            <a:r>
              <a:rPr sz="2300" dirty="1">
                <a:latin typeface="Microsoft Sans Serif"/>
                <a:cs typeface="Microsoft Sans Serif"/>
              </a:rPr>
              <a:t>experiences,</a:t>
            </a:r>
            <a:r>
              <a:rPr sz="2300" spc="20" dirty="1">
                <a:latin typeface="Microsoft Sans Serif"/>
                <a:cs typeface="Microsoft Sans Serif"/>
              </a:rPr>
              <a:t> </a:t>
            </a:r>
            <a:r>
              <a:rPr sz="2300" spc="135" dirty="1">
                <a:latin typeface="Microsoft Sans Serif"/>
                <a:cs typeface="Microsoft Sans Serif"/>
              </a:rPr>
              <a:t>but</a:t>
            </a:r>
            <a:r>
              <a:rPr sz="2300" spc="25" dirty="1">
                <a:latin typeface="Microsoft Sans Serif"/>
                <a:cs typeface="Microsoft Sans Serif"/>
              </a:rPr>
              <a:t> </a:t>
            </a:r>
            <a:r>
              <a:rPr sz="2300" spc="50" dirty="1">
                <a:latin typeface="Microsoft Sans Serif"/>
                <a:cs typeface="Microsoft Sans Serif"/>
              </a:rPr>
              <a:t>cannot</a:t>
            </a:r>
            <a:r>
              <a:rPr sz="2300" spc="20" dirty="1">
                <a:latin typeface="Microsoft Sans Serif"/>
                <a:cs typeface="Microsoft Sans Serif"/>
              </a:rPr>
              <a:t> </a:t>
            </a:r>
            <a:r>
              <a:rPr sz="2300" spc="50" dirty="1">
                <a:latin typeface="Microsoft Sans Serif"/>
                <a:cs typeface="Microsoft Sans Serif"/>
              </a:rPr>
              <a:t>be</a:t>
            </a:r>
            <a:r>
              <a:rPr sz="2300" spc="20" dirty="1">
                <a:latin typeface="Microsoft Sans Serif"/>
                <a:cs typeface="Microsoft Sans Serif"/>
              </a:rPr>
              <a:t> </a:t>
            </a:r>
            <a:r>
              <a:rPr sz="2300" dirty="1">
                <a:latin typeface="Microsoft Sans Serif"/>
                <a:cs typeface="Microsoft Sans Serif"/>
              </a:rPr>
              <a:t>creative</a:t>
            </a:r>
            <a:r>
              <a:rPr sz="2300" spc="25" dirty="1">
                <a:latin typeface="Microsoft Sans Serif"/>
                <a:cs typeface="Microsoft Sans Serif"/>
              </a:rPr>
              <a:t> </a:t>
            </a:r>
            <a:r>
              <a:rPr sz="2300" dirty="1">
                <a:latin typeface="Microsoft Sans Serif"/>
                <a:cs typeface="Microsoft Sans Serif"/>
              </a:rPr>
              <a:t>in</a:t>
            </a:r>
            <a:r>
              <a:rPr sz="2300" spc="25" dirty="1">
                <a:latin typeface="Microsoft Sans Serif"/>
                <a:cs typeface="Microsoft Sans Serif"/>
              </a:rPr>
              <a:t> </a:t>
            </a:r>
            <a:r>
              <a:rPr sz="2300" spc="70" dirty="1">
                <a:latin typeface="Microsoft Sans Serif"/>
                <a:cs typeface="Microsoft Sans Serif"/>
              </a:rPr>
              <a:t>its</a:t>
            </a:r>
            <a:r>
              <a:rPr sz="2300" spc="20" dirty="1">
                <a:latin typeface="Microsoft Sans Serif"/>
                <a:cs typeface="Microsoft Sans Serif"/>
              </a:rPr>
              <a:t> </a:t>
            </a:r>
            <a:r>
              <a:rPr sz="2300" spc="-10" dirty="1">
                <a:latin typeface="Microsoft Sans Serif"/>
                <a:cs typeface="Microsoft Sans Serif"/>
              </a:rPr>
              <a:t>approach.</a:t>
            </a:r>
            <a:endParaRPr sz="2300">
              <a:latin typeface="Microsoft Sans Serif"/>
              <a:cs typeface="Microsoft Sans Serif"/>
            </a:endParaRPr>
          </a:p>
          <a:p>
            <a:pPr marL="628650" marR="224790" lvl="1" indent="-236220">
              <a:lnSpc>
                <a:spcPct val="100699"/>
              </a:lnSpc>
              <a:spcBef>
                <a:spcPts val="580"/>
              </a:spcBef>
              <a:buClr>
                <a:srgbClr val="6697CC"/>
              </a:buClr>
              <a:buFont typeface="Arial MT"/>
              <a:buChar char="–"/>
              <a:tabLst>
                <a:tab pos="628650" algn="l"/>
              </a:tabLst>
            </a:pPr>
            <a:r>
              <a:rPr sz="2300" dirty="1">
                <a:latin typeface="Microsoft Sans Serif"/>
                <a:cs typeface="Microsoft Sans Serif"/>
              </a:rPr>
              <a:t>A</a:t>
            </a:r>
            <a:r>
              <a:rPr sz="2300" spc="-65" dirty="1">
                <a:latin typeface="Microsoft Sans Serif"/>
                <a:cs typeface="Microsoft Sans Serif"/>
              </a:rPr>
              <a:t> </a:t>
            </a:r>
            <a:r>
              <a:rPr sz="2300" spc="-40" dirty="1">
                <a:latin typeface="Microsoft Sans Serif"/>
                <a:cs typeface="Microsoft Sans Serif"/>
              </a:rPr>
              <a:t>classic</a:t>
            </a:r>
            <a:r>
              <a:rPr sz="2300" spc="-60" dirty="1">
                <a:latin typeface="Microsoft Sans Serif"/>
                <a:cs typeface="Microsoft Sans Serif"/>
              </a:rPr>
              <a:t> </a:t>
            </a:r>
            <a:r>
              <a:rPr sz="2300" dirty="1">
                <a:latin typeface="Microsoft Sans Serif"/>
                <a:cs typeface="Microsoft Sans Serif"/>
              </a:rPr>
              <a:t>example</a:t>
            </a:r>
            <a:r>
              <a:rPr sz="2300" spc="-60" dirty="1">
                <a:latin typeface="Microsoft Sans Serif"/>
                <a:cs typeface="Microsoft Sans Serif"/>
              </a:rPr>
              <a:t> </a:t>
            </a:r>
            <a:r>
              <a:rPr sz="2300" spc="-10" dirty="1">
                <a:latin typeface="Microsoft Sans Serif"/>
                <a:cs typeface="Microsoft Sans Serif"/>
              </a:rPr>
              <a:t>is</a:t>
            </a:r>
            <a:r>
              <a:rPr sz="2300" spc="-60" dirty="1">
                <a:latin typeface="Microsoft Sans Serif"/>
                <a:cs typeface="Microsoft Sans Serif"/>
              </a:rPr>
              <a:t> </a:t>
            </a:r>
            <a:r>
              <a:rPr sz="2300" spc="110" dirty="1">
                <a:latin typeface="Microsoft Sans Serif"/>
                <a:cs typeface="Microsoft Sans Serif"/>
              </a:rPr>
              <a:t>the</a:t>
            </a:r>
            <a:r>
              <a:rPr sz="2300" spc="-60" dirty="1">
                <a:latin typeface="Microsoft Sans Serif"/>
                <a:cs typeface="Microsoft Sans Serif"/>
              </a:rPr>
              <a:t> </a:t>
            </a:r>
            <a:r>
              <a:rPr sz="2300" spc="150" dirty="1">
                <a:latin typeface="Microsoft Sans Serif"/>
                <a:cs typeface="Microsoft Sans Serif"/>
              </a:rPr>
              <a:t>bot</a:t>
            </a:r>
            <a:r>
              <a:rPr sz="2300" spc="-55" dirty="1">
                <a:latin typeface="Microsoft Sans Serif"/>
                <a:cs typeface="Microsoft Sans Serif"/>
              </a:rPr>
              <a:t> </a:t>
            </a:r>
            <a:r>
              <a:rPr sz="2300" spc="60" dirty="1">
                <a:latin typeface="Microsoft Sans Serif"/>
                <a:cs typeface="Microsoft Sans Serif"/>
              </a:rPr>
              <a:t>Quill</a:t>
            </a:r>
            <a:r>
              <a:rPr sz="2300" spc="-70" dirty="1">
                <a:latin typeface="Microsoft Sans Serif"/>
                <a:cs typeface="Microsoft Sans Serif"/>
              </a:rPr>
              <a:t> </a:t>
            </a:r>
            <a:r>
              <a:rPr sz="2300" spc="80" dirty="1">
                <a:latin typeface="Microsoft Sans Serif"/>
                <a:cs typeface="Microsoft Sans Serif"/>
              </a:rPr>
              <a:t>who</a:t>
            </a:r>
            <a:r>
              <a:rPr sz="2300" spc="-60" dirty="1">
                <a:latin typeface="Microsoft Sans Serif"/>
                <a:cs typeface="Microsoft Sans Serif"/>
              </a:rPr>
              <a:t> </a:t>
            </a:r>
            <a:r>
              <a:rPr sz="2300" spc="-20" dirty="1">
                <a:latin typeface="Microsoft Sans Serif"/>
                <a:cs typeface="Microsoft Sans Serif"/>
              </a:rPr>
              <a:t>can</a:t>
            </a:r>
            <a:r>
              <a:rPr sz="2300" spc="-65" dirty="1">
                <a:latin typeface="Microsoft Sans Serif"/>
                <a:cs typeface="Microsoft Sans Serif"/>
              </a:rPr>
              <a:t> </a:t>
            </a:r>
            <a:r>
              <a:rPr sz="2300" spc="120" dirty="1">
                <a:latin typeface="Microsoft Sans Serif"/>
                <a:cs typeface="Microsoft Sans Serif"/>
              </a:rPr>
              <a:t>write</a:t>
            </a:r>
            <a:r>
              <a:rPr sz="2300" spc="-65" dirty="1">
                <a:latin typeface="Microsoft Sans Serif"/>
                <a:cs typeface="Microsoft Sans Serif"/>
              </a:rPr>
              <a:t> </a:t>
            </a:r>
            <a:r>
              <a:rPr sz="2300" spc="-10" dirty="1">
                <a:latin typeface="Microsoft Sans Serif"/>
                <a:cs typeface="Microsoft Sans Serif"/>
              </a:rPr>
              <a:t>Forbes </a:t>
            </a:r>
            <a:r>
              <a:rPr sz="2300" dirty="1">
                <a:latin typeface="Microsoft Sans Serif"/>
                <a:cs typeface="Microsoft Sans Serif"/>
              </a:rPr>
              <a:t>earning</a:t>
            </a:r>
            <a:r>
              <a:rPr sz="2300" spc="-25" dirty="1">
                <a:latin typeface="Microsoft Sans Serif"/>
                <a:cs typeface="Microsoft Sans Serif"/>
              </a:rPr>
              <a:t> </a:t>
            </a:r>
            <a:r>
              <a:rPr sz="2300" spc="60" dirty="1">
                <a:latin typeface="Microsoft Sans Serif"/>
                <a:cs typeface="Microsoft Sans Serif"/>
              </a:rPr>
              <a:t>reports.</a:t>
            </a:r>
            <a:r>
              <a:rPr sz="2300" spc="-45" dirty="1">
                <a:latin typeface="Microsoft Sans Serif"/>
                <a:cs typeface="Microsoft Sans Serif"/>
              </a:rPr>
              <a:t> </a:t>
            </a:r>
            <a:r>
              <a:rPr sz="2300" spc="-25" dirty="1">
                <a:latin typeface="Microsoft Sans Serif"/>
                <a:cs typeface="Microsoft Sans Serif"/>
              </a:rPr>
              <a:t>These</a:t>
            </a:r>
            <a:r>
              <a:rPr sz="2300" spc="-35" dirty="1">
                <a:latin typeface="Microsoft Sans Serif"/>
                <a:cs typeface="Microsoft Sans Serif"/>
              </a:rPr>
              <a:t> </a:t>
            </a:r>
            <a:r>
              <a:rPr sz="2300" spc="85" dirty="1">
                <a:latin typeface="Microsoft Sans Serif"/>
                <a:cs typeface="Microsoft Sans Serif"/>
              </a:rPr>
              <a:t>reports</a:t>
            </a:r>
            <a:r>
              <a:rPr sz="2300" spc="-40" dirty="1">
                <a:latin typeface="Microsoft Sans Serif"/>
                <a:cs typeface="Microsoft Sans Serif"/>
              </a:rPr>
              <a:t> </a:t>
            </a:r>
            <a:r>
              <a:rPr sz="2300" spc="55" dirty="1">
                <a:latin typeface="Microsoft Sans Serif"/>
                <a:cs typeface="Microsoft Sans Serif"/>
              </a:rPr>
              <a:t>only</a:t>
            </a:r>
            <a:r>
              <a:rPr sz="2300" spc="-40" dirty="1">
                <a:latin typeface="Microsoft Sans Serif"/>
                <a:cs typeface="Microsoft Sans Serif"/>
              </a:rPr>
              <a:t> </a:t>
            </a:r>
            <a:r>
              <a:rPr sz="2300" spc="55" dirty="1">
                <a:latin typeface="Microsoft Sans Serif"/>
                <a:cs typeface="Microsoft Sans Serif"/>
              </a:rPr>
              <a:t>contain</a:t>
            </a:r>
            <a:r>
              <a:rPr sz="2300" spc="-40" dirty="1">
                <a:latin typeface="Microsoft Sans Serif"/>
                <a:cs typeface="Microsoft Sans Serif"/>
              </a:rPr>
              <a:t> </a:t>
            </a:r>
            <a:r>
              <a:rPr sz="2300" spc="60" dirty="1">
                <a:latin typeface="Microsoft Sans Serif"/>
                <a:cs typeface="Microsoft Sans Serif"/>
              </a:rPr>
              <a:t>data</a:t>
            </a:r>
            <a:r>
              <a:rPr sz="2300" spc="-35" dirty="1">
                <a:latin typeface="Microsoft Sans Serif"/>
                <a:cs typeface="Microsoft Sans Serif"/>
              </a:rPr>
              <a:t> </a:t>
            </a:r>
            <a:r>
              <a:rPr sz="2300" spc="-25" dirty="1">
                <a:latin typeface="Microsoft Sans Serif"/>
                <a:cs typeface="Microsoft Sans Serif"/>
              </a:rPr>
              <a:t>and </a:t>
            </a:r>
            <a:r>
              <a:rPr sz="2300" spc="55" dirty="1">
                <a:latin typeface="Microsoft Sans Serif"/>
                <a:cs typeface="Microsoft Sans Serif"/>
              </a:rPr>
              <a:t>facts</a:t>
            </a:r>
            <a:r>
              <a:rPr sz="2300" spc="-40" dirty="1">
                <a:latin typeface="Microsoft Sans Serif"/>
                <a:cs typeface="Microsoft Sans Serif"/>
              </a:rPr>
              <a:t> </a:t>
            </a:r>
            <a:r>
              <a:rPr sz="2300" dirty="1">
                <a:latin typeface="Microsoft Sans Serif"/>
                <a:cs typeface="Microsoft Sans Serif"/>
              </a:rPr>
              <a:t>already</a:t>
            </a:r>
            <a:r>
              <a:rPr sz="2300" spc="-40" dirty="1">
                <a:latin typeface="Microsoft Sans Serif"/>
                <a:cs typeface="Microsoft Sans Serif"/>
              </a:rPr>
              <a:t> </a:t>
            </a:r>
            <a:r>
              <a:rPr sz="2300" spc="65" dirty="1">
                <a:latin typeface="Microsoft Sans Serif"/>
                <a:cs typeface="Microsoft Sans Serif"/>
              </a:rPr>
              <a:t>provided</a:t>
            </a:r>
            <a:r>
              <a:rPr sz="2300" spc="-35" dirty="1">
                <a:latin typeface="Microsoft Sans Serif"/>
                <a:cs typeface="Microsoft Sans Serif"/>
              </a:rPr>
              <a:t> </a:t>
            </a:r>
            <a:r>
              <a:rPr sz="2300" spc="190" dirty="1">
                <a:latin typeface="Microsoft Sans Serif"/>
                <a:cs typeface="Microsoft Sans Serif"/>
              </a:rPr>
              <a:t>to</a:t>
            </a:r>
            <a:r>
              <a:rPr sz="2300" spc="-35" dirty="1">
                <a:latin typeface="Microsoft Sans Serif"/>
                <a:cs typeface="Microsoft Sans Serif"/>
              </a:rPr>
              <a:t> </a:t>
            </a:r>
            <a:r>
              <a:rPr sz="2300" spc="110" dirty="1">
                <a:latin typeface="Microsoft Sans Serif"/>
                <a:cs typeface="Microsoft Sans Serif"/>
              </a:rPr>
              <a:t>the</a:t>
            </a:r>
            <a:r>
              <a:rPr sz="2300" spc="-35" dirty="1">
                <a:latin typeface="Microsoft Sans Serif"/>
                <a:cs typeface="Microsoft Sans Serif"/>
              </a:rPr>
              <a:t> </a:t>
            </a:r>
            <a:r>
              <a:rPr sz="2300" spc="75" dirty="1">
                <a:latin typeface="Microsoft Sans Serif"/>
                <a:cs typeface="Microsoft Sans Serif"/>
              </a:rPr>
              <a:t>bot.</a:t>
            </a:r>
            <a:endParaRPr sz="2300">
              <a:latin typeface="Microsoft Sans Serif"/>
              <a:cs typeface="Microsoft Sans Serif"/>
            </a:endParaRPr>
          </a:p>
          <a:p>
            <a:pPr marL="628650" marR="232410" lvl="1" indent="-236220">
              <a:lnSpc>
                <a:spcPct val="100699"/>
              </a:lnSpc>
              <a:spcBef>
                <a:spcPts val="580"/>
              </a:spcBef>
              <a:buClr>
                <a:srgbClr val="6697CC"/>
              </a:buClr>
              <a:buFont typeface="Arial MT"/>
              <a:buChar char="–"/>
              <a:tabLst>
                <a:tab pos="628650" algn="l"/>
              </a:tabLst>
            </a:pPr>
            <a:r>
              <a:rPr sz="2300" spc="80" dirty="1">
                <a:latin typeface="Microsoft Sans Serif"/>
                <a:cs typeface="Microsoft Sans Serif"/>
              </a:rPr>
              <a:t>Although</a:t>
            </a:r>
            <a:r>
              <a:rPr sz="2300" spc="-85" dirty="1">
                <a:latin typeface="Microsoft Sans Serif"/>
                <a:cs typeface="Microsoft Sans Serif"/>
              </a:rPr>
              <a:t> </a:t>
            </a:r>
            <a:r>
              <a:rPr sz="2300" spc="170" dirty="1">
                <a:latin typeface="Microsoft Sans Serif"/>
                <a:cs typeface="Microsoft Sans Serif"/>
              </a:rPr>
              <a:t>it</a:t>
            </a:r>
            <a:r>
              <a:rPr sz="2300" spc="-70" dirty="1">
                <a:latin typeface="Microsoft Sans Serif"/>
                <a:cs typeface="Microsoft Sans Serif"/>
              </a:rPr>
              <a:t> </a:t>
            </a:r>
            <a:r>
              <a:rPr sz="2300" dirty="1">
                <a:latin typeface="Microsoft Sans Serif"/>
                <a:cs typeface="Microsoft Sans Serif"/>
              </a:rPr>
              <a:t>is</a:t>
            </a:r>
            <a:r>
              <a:rPr sz="2300" spc="-80" dirty="1">
                <a:latin typeface="Microsoft Sans Serif"/>
                <a:cs typeface="Microsoft Sans Serif"/>
              </a:rPr>
              <a:t> </a:t>
            </a:r>
            <a:r>
              <a:rPr sz="2300" dirty="1">
                <a:latin typeface="Microsoft Sans Serif"/>
                <a:cs typeface="Microsoft Sans Serif"/>
              </a:rPr>
              <a:t>impressive</a:t>
            </a:r>
            <a:r>
              <a:rPr sz="2300" spc="-80" dirty="1">
                <a:latin typeface="Microsoft Sans Serif"/>
                <a:cs typeface="Microsoft Sans Serif"/>
              </a:rPr>
              <a:t> </a:t>
            </a:r>
            <a:r>
              <a:rPr sz="2300" spc="135" dirty="1">
                <a:latin typeface="Microsoft Sans Serif"/>
                <a:cs typeface="Microsoft Sans Serif"/>
              </a:rPr>
              <a:t>that</a:t>
            </a:r>
            <a:r>
              <a:rPr sz="2300" spc="-75" dirty="1">
                <a:latin typeface="Microsoft Sans Serif"/>
                <a:cs typeface="Microsoft Sans Serif"/>
              </a:rPr>
              <a:t> </a:t>
            </a:r>
            <a:r>
              <a:rPr sz="2300" dirty="1">
                <a:latin typeface="Microsoft Sans Serif"/>
                <a:cs typeface="Microsoft Sans Serif"/>
              </a:rPr>
              <a:t>a</a:t>
            </a:r>
            <a:r>
              <a:rPr sz="2300" spc="-75" dirty="1">
                <a:latin typeface="Microsoft Sans Serif"/>
                <a:cs typeface="Microsoft Sans Serif"/>
              </a:rPr>
              <a:t> </a:t>
            </a:r>
            <a:r>
              <a:rPr sz="2300" spc="155" dirty="1">
                <a:latin typeface="Microsoft Sans Serif"/>
                <a:cs typeface="Microsoft Sans Serif"/>
              </a:rPr>
              <a:t>bot</a:t>
            </a:r>
            <a:r>
              <a:rPr sz="2300" spc="-80" dirty="1">
                <a:latin typeface="Microsoft Sans Serif"/>
                <a:cs typeface="Microsoft Sans Serif"/>
              </a:rPr>
              <a:t> </a:t>
            </a:r>
            <a:r>
              <a:rPr sz="2300" spc="-20" dirty="1">
                <a:latin typeface="Microsoft Sans Serif"/>
                <a:cs typeface="Microsoft Sans Serif"/>
              </a:rPr>
              <a:t>can</a:t>
            </a:r>
            <a:r>
              <a:rPr sz="2300" spc="-80" dirty="1">
                <a:latin typeface="Microsoft Sans Serif"/>
                <a:cs typeface="Microsoft Sans Serif"/>
              </a:rPr>
              <a:t> </a:t>
            </a:r>
            <a:r>
              <a:rPr sz="2300" spc="120" dirty="1">
                <a:latin typeface="Microsoft Sans Serif"/>
                <a:cs typeface="Microsoft Sans Serif"/>
              </a:rPr>
              <a:t>write</a:t>
            </a:r>
            <a:r>
              <a:rPr sz="2300" spc="-80" dirty="1">
                <a:latin typeface="Microsoft Sans Serif"/>
                <a:cs typeface="Microsoft Sans Serif"/>
              </a:rPr>
              <a:t> </a:t>
            </a:r>
            <a:r>
              <a:rPr sz="2300" dirty="1">
                <a:latin typeface="Microsoft Sans Serif"/>
                <a:cs typeface="Microsoft Sans Serif"/>
              </a:rPr>
              <a:t>an</a:t>
            </a:r>
            <a:r>
              <a:rPr sz="2300" spc="-75" dirty="1">
                <a:latin typeface="Microsoft Sans Serif"/>
                <a:cs typeface="Microsoft Sans Serif"/>
              </a:rPr>
              <a:t> </a:t>
            </a:r>
            <a:r>
              <a:rPr sz="2300" spc="50" dirty="1">
                <a:latin typeface="Microsoft Sans Serif"/>
                <a:cs typeface="Microsoft Sans Serif"/>
              </a:rPr>
              <a:t>article </a:t>
            </a:r>
            <a:r>
              <a:rPr sz="2300" spc="60" dirty="1">
                <a:latin typeface="Microsoft Sans Serif"/>
                <a:cs typeface="Microsoft Sans Serif"/>
              </a:rPr>
              <a:t>on</a:t>
            </a:r>
            <a:r>
              <a:rPr sz="2300" spc="-45" dirty="1">
                <a:latin typeface="Microsoft Sans Serif"/>
                <a:cs typeface="Microsoft Sans Serif"/>
              </a:rPr>
              <a:t> </a:t>
            </a:r>
            <a:r>
              <a:rPr sz="2300" spc="70" dirty="1">
                <a:latin typeface="Microsoft Sans Serif"/>
                <a:cs typeface="Microsoft Sans Serif"/>
              </a:rPr>
              <a:t>its</a:t>
            </a:r>
            <a:r>
              <a:rPr sz="2300" spc="-45" dirty="1">
                <a:latin typeface="Microsoft Sans Serif"/>
                <a:cs typeface="Microsoft Sans Serif"/>
              </a:rPr>
              <a:t> </a:t>
            </a:r>
            <a:r>
              <a:rPr sz="2300" dirty="1">
                <a:latin typeface="Microsoft Sans Serif"/>
                <a:cs typeface="Microsoft Sans Serif"/>
              </a:rPr>
              <a:t>own,</a:t>
            </a:r>
            <a:r>
              <a:rPr sz="2300" spc="-50" dirty="1">
                <a:latin typeface="Microsoft Sans Serif"/>
                <a:cs typeface="Microsoft Sans Serif"/>
              </a:rPr>
              <a:t> </a:t>
            </a:r>
            <a:r>
              <a:rPr sz="2300" spc="170" dirty="1">
                <a:latin typeface="Microsoft Sans Serif"/>
                <a:cs typeface="Microsoft Sans Serif"/>
              </a:rPr>
              <a:t>it</a:t>
            </a:r>
            <a:r>
              <a:rPr sz="2300" spc="-35" dirty="1">
                <a:latin typeface="Microsoft Sans Serif"/>
                <a:cs typeface="Microsoft Sans Serif"/>
              </a:rPr>
              <a:t> </a:t>
            </a:r>
            <a:r>
              <a:rPr sz="2300" spc="-20" dirty="1">
                <a:latin typeface="Microsoft Sans Serif"/>
                <a:cs typeface="Microsoft Sans Serif"/>
              </a:rPr>
              <a:t>lacks</a:t>
            </a:r>
            <a:r>
              <a:rPr sz="2300" spc="-45" dirty="1">
                <a:latin typeface="Microsoft Sans Serif"/>
                <a:cs typeface="Microsoft Sans Serif"/>
              </a:rPr>
              <a:t> </a:t>
            </a:r>
            <a:r>
              <a:rPr sz="2300" spc="105" dirty="1">
                <a:latin typeface="Microsoft Sans Serif"/>
                <a:cs typeface="Microsoft Sans Serif"/>
              </a:rPr>
              <a:t>the</a:t>
            </a:r>
            <a:r>
              <a:rPr sz="2300" spc="-40" dirty="1">
                <a:latin typeface="Microsoft Sans Serif"/>
                <a:cs typeface="Microsoft Sans Serif"/>
              </a:rPr>
              <a:t> </a:t>
            </a:r>
            <a:r>
              <a:rPr sz="2300" dirty="1">
                <a:latin typeface="Microsoft Sans Serif"/>
                <a:cs typeface="Microsoft Sans Serif"/>
              </a:rPr>
              <a:t>human</a:t>
            </a:r>
            <a:r>
              <a:rPr sz="2300" spc="-45" dirty="1">
                <a:latin typeface="Microsoft Sans Serif"/>
                <a:cs typeface="Microsoft Sans Serif"/>
              </a:rPr>
              <a:t> </a:t>
            </a:r>
            <a:r>
              <a:rPr sz="2300" spc="75" dirty="1">
                <a:latin typeface="Microsoft Sans Serif"/>
                <a:cs typeface="Microsoft Sans Serif"/>
              </a:rPr>
              <a:t>touch</a:t>
            </a:r>
            <a:r>
              <a:rPr sz="2300" spc="-55" dirty="1">
                <a:latin typeface="Microsoft Sans Serif"/>
                <a:cs typeface="Microsoft Sans Serif"/>
              </a:rPr>
              <a:t> </a:t>
            </a:r>
            <a:r>
              <a:rPr sz="2300" spc="65" dirty="1">
                <a:latin typeface="Microsoft Sans Serif"/>
                <a:cs typeface="Microsoft Sans Serif"/>
              </a:rPr>
              <a:t>present</a:t>
            </a:r>
            <a:r>
              <a:rPr sz="2300" spc="-45" dirty="1">
                <a:latin typeface="Microsoft Sans Serif"/>
                <a:cs typeface="Microsoft Sans Serif"/>
              </a:rPr>
              <a:t> </a:t>
            </a:r>
            <a:r>
              <a:rPr sz="2300" spc="50" dirty="1">
                <a:latin typeface="Microsoft Sans Serif"/>
                <a:cs typeface="Microsoft Sans Serif"/>
              </a:rPr>
              <a:t>in</a:t>
            </a:r>
            <a:r>
              <a:rPr sz="2300" spc="-45" dirty="1">
                <a:latin typeface="Microsoft Sans Serif"/>
                <a:cs typeface="Microsoft Sans Serif"/>
              </a:rPr>
              <a:t> </a:t>
            </a:r>
            <a:r>
              <a:rPr sz="2300" spc="85" dirty="1">
                <a:latin typeface="Microsoft Sans Serif"/>
                <a:cs typeface="Microsoft Sans Serif"/>
              </a:rPr>
              <a:t>other </a:t>
            </a:r>
            <a:r>
              <a:rPr sz="2300" dirty="1">
                <a:latin typeface="Microsoft Sans Serif"/>
                <a:cs typeface="Microsoft Sans Serif"/>
              </a:rPr>
              <a:t>Forbes</a:t>
            </a:r>
            <a:r>
              <a:rPr sz="2300" spc="-65" dirty="1">
                <a:latin typeface="Microsoft Sans Serif"/>
                <a:cs typeface="Microsoft Sans Serif"/>
              </a:rPr>
              <a:t> </a:t>
            </a:r>
            <a:r>
              <a:rPr sz="2300" spc="-10" dirty="1">
                <a:latin typeface="Microsoft Sans Serif"/>
                <a:cs typeface="Microsoft Sans Serif"/>
              </a:rPr>
              <a:t>articles.</a:t>
            </a:r>
            <a:endParaRPr sz="23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xmlns:r="http://schemas.openxmlformats.org/officeDocument/2006/relationships" r:embed="rId2"/>
          <a:srcRect/>
          <a:stretch>
            <a:fillRect/>
          </a:stretch>
        </p:blipFill>
        <p:spPr>
          <a:xfrm>
            <a:off x="7851597" y="70916"/>
            <a:ext cx="1184757" cy="648004"/>
          </a:xfrm>
          <a:prstGeom prst="rect"/>
        </p:spPr>
      </p:pic>
      <p:sp>
        <p:nvSpPr>
          <p:cNvPr id="5" name="New shape"/>
          <p:cNvSpPr>
            <a:spLocks noSelect="1" noMove="1" noResize="1" noTextEdit="1"/>
          </p:cNvSpPr>
          <p:nvPr/>
        </p:nvSpPr>
        <p:spPr>
          <a:xfrm>
            <a:off x="127000" y="254000"/>
            <a:ext cx="6985000" cy="254000"/>
          </a:xfrm>
          <a:prstGeom prst="rect"/>
          <a:noFill/>
        </p:spPr>
        <p:style>
          <a:lnRef idx="2">
            <a:srgbClr val="FFFFF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1">
                <a:solidFill>
                  <a:srgbClr val="FF0000"/>
                </a:solidFill>
              </a:rPr>
              <a:t>Evaluation Warning : The document was created with Spire.Presentation for Python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1"/>
              <a:t>Disadvantages</a:t>
            </a:r>
            <a:r>
              <a:rPr sz="3200" spc="-145" dirty="1"/>
              <a:t> </a:t>
            </a:r>
            <a:r>
              <a:rPr sz="3200" spc="225" dirty="1"/>
              <a:t>of</a:t>
            </a:r>
            <a:r>
              <a:rPr sz="3200" spc="-140" dirty="1"/>
              <a:t> </a:t>
            </a:r>
            <a:r>
              <a:rPr sz="3200" spc="95" dirty="1"/>
              <a:t>Artificial</a:t>
            </a:r>
            <a:r>
              <a:rPr sz="3200" spc="-140" dirty="1"/>
              <a:t> </a:t>
            </a:r>
            <a:r>
              <a:rPr sz="3200" spc="50" dirty="1"/>
              <a:t>Intelligence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35940" y="1430034"/>
            <a:ext cx="7964170" cy="4212590"/>
          </a:xfrm>
          <a:prstGeom prst="rect"/>
        </p:spPr>
        <p:txBody>
          <a:bodyPr vert="horz" wrap="square" lIns="0" tIns="100330" rIns="0" bIns="0" rtlCol="0">
            <a:spAutoFit/>
          </a:bodyPr>
          <a:lstStyle>
            <a:defPPr>
              <a:defRPr kern="0"/>
            </a:defPPr>
            <a:lvl1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1pPr>
            <a:lvl2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algn="l" defTabSz="914400" rtl="0" eaLnBrk="0" latinLnBrk="0" hangingPunct="0">
              <a:defRPr sz="1800" kern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</a:lstStyle>
          <a:p>
            <a:pPr marL="355600" indent="-342900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sz="2800" dirty="1">
                <a:latin typeface="Microsoft Sans Serif"/>
                <a:cs typeface="Microsoft Sans Serif"/>
              </a:rPr>
              <a:t>High</a:t>
            </a:r>
            <a:r>
              <a:rPr sz="2800" spc="-35" dirty="1">
                <a:latin typeface="Microsoft Sans Serif"/>
                <a:cs typeface="Microsoft Sans Serif"/>
              </a:rPr>
              <a:t> </a:t>
            </a:r>
            <a:r>
              <a:rPr sz="2800" spc="-10" dirty="1">
                <a:latin typeface="Microsoft Sans Serif"/>
                <a:cs typeface="Microsoft Sans Serif"/>
              </a:rPr>
              <a:t>Costs</a:t>
            </a:r>
            <a:endParaRPr sz="2800">
              <a:latin typeface="Microsoft Sans Serif"/>
              <a:cs typeface="Microsoft Sans Serif"/>
            </a:endParaRPr>
          </a:p>
          <a:p>
            <a:pPr marL="754380" marR="76200" lvl="1" indent="-285115">
              <a:lnSpc>
                <a:spcPts val="3350"/>
              </a:lnSpc>
              <a:spcBef>
                <a:spcPts val="810"/>
              </a:spcBef>
              <a:buClr>
                <a:srgbClr val="6697CC"/>
              </a:buClr>
              <a:buFont typeface="Arial MT"/>
              <a:buChar char="–"/>
              <a:tabLst>
                <a:tab pos="755650" algn="l"/>
              </a:tabLst>
            </a:pPr>
            <a:r>
              <a:rPr sz="2800" spc="-20" dirty="1">
                <a:latin typeface="Microsoft Sans Serif"/>
                <a:cs typeface="Microsoft Sans Serif"/>
              </a:rPr>
              <a:t>The</a:t>
            </a:r>
            <a:r>
              <a:rPr sz="2800" spc="-80" dirty="1">
                <a:latin typeface="Microsoft Sans Serif"/>
                <a:cs typeface="Microsoft Sans Serif"/>
              </a:rPr>
              <a:t> </a:t>
            </a:r>
            <a:r>
              <a:rPr sz="2800" spc="75" dirty="1">
                <a:latin typeface="Microsoft Sans Serif"/>
                <a:cs typeface="Microsoft Sans Serif"/>
              </a:rPr>
              <a:t>ability</a:t>
            </a:r>
            <a:r>
              <a:rPr sz="2800" spc="-70" dirty="1">
                <a:latin typeface="Microsoft Sans Serif"/>
                <a:cs typeface="Microsoft Sans Serif"/>
              </a:rPr>
              <a:t> </a:t>
            </a:r>
            <a:r>
              <a:rPr sz="2800" spc="204" dirty="1">
                <a:latin typeface="Microsoft Sans Serif"/>
                <a:cs typeface="Microsoft Sans Serif"/>
              </a:rPr>
              <a:t>to</a:t>
            </a:r>
            <a:r>
              <a:rPr sz="2800" spc="-70" dirty="1">
                <a:latin typeface="Microsoft Sans Serif"/>
                <a:cs typeface="Microsoft Sans Serif"/>
              </a:rPr>
              <a:t> </a:t>
            </a:r>
            <a:r>
              <a:rPr sz="2800" dirty="1">
                <a:latin typeface="Microsoft Sans Serif"/>
                <a:cs typeface="Microsoft Sans Serif"/>
              </a:rPr>
              <a:t>create</a:t>
            </a:r>
            <a:r>
              <a:rPr sz="2800" spc="-75" dirty="1">
                <a:latin typeface="Microsoft Sans Serif"/>
                <a:cs typeface="Microsoft Sans Serif"/>
              </a:rPr>
              <a:t> </a:t>
            </a:r>
            <a:r>
              <a:rPr sz="2800" spc="-110" dirty="1">
                <a:latin typeface="Microsoft Sans Serif"/>
                <a:cs typeface="Microsoft Sans Serif"/>
              </a:rPr>
              <a:t>a</a:t>
            </a:r>
            <a:r>
              <a:rPr sz="2800" spc="-70" dirty="1">
                <a:latin typeface="Microsoft Sans Serif"/>
                <a:cs typeface="Microsoft Sans Serif"/>
              </a:rPr>
              <a:t> </a:t>
            </a:r>
            <a:r>
              <a:rPr sz="2800" dirty="1">
                <a:latin typeface="Microsoft Sans Serif"/>
                <a:cs typeface="Microsoft Sans Serif"/>
              </a:rPr>
              <a:t>machine</a:t>
            </a:r>
            <a:r>
              <a:rPr sz="2800" spc="-75" dirty="1">
                <a:latin typeface="Microsoft Sans Serif"/>
                <a:cs typeface="Microsoft Sans Serif"/>
              </a:rPr>
              <a:t> </a:t>
            </a:r>
            <a:r>
              <a:rPr sz="2800" spc="145" dirty="1">
                <a:latin typeface="Microsoft Sans Serif"/>
                <a:cs typeface="Microsoft Sans Serif"/>
              </a:rPr>
              <a:t>that</a:t>
            </a:r>
            <a:r>
              <a:rPr sz="2800" spc="-65" dirty="1">
                <a:latin typeface="Microsoft Sans Serif"/>
                <a:cs typeface="Microsoft Sans Serif"/>
              </a:rPr>
              <a:t> </a:t>
            </a:r>
            <a:r>
              <a:rPr sz="2800" spc="-25" dirty="1">
                <a:latin typeface="Microsoft Sans Serif"/>
                <a:cs typeface="Microsoft Sans Serif"/>
              </a:rPr>
              <a:t>can </a:t>
            </a:r>
            <a:r>
              <a:rPr sz="2800" spc="-25" dirty="1">
                <a:latin typeface="Microsoft Sans Serif"/>
                <a:cs typeface="Microsoft Sans Serif"/>
              </a:rPr>
              <a:t>	</a:t>
            </a:r>
            <a:r>
              <a:rPr sz="2800" spc="45" dirty="1">
                <a:latin typeface="Microsoft Sans Serif"/>
                <a:cs typeface="Microsoft Sans Serif"/>
              </a:rPr>
              <a:t>simulate</a:t>
            </a:r>
            <a:r>
              <a:rPr sz="2800" spc="-110" dirty="1">
                <a:latin typeface="Microsoft Sans Serif"/>
                <a:cs typeface="Microsoft Sans Serif"/>
              </a:rPr>
              <a:t> </a:t>
            </a:r>
            <a:r>
              <a:rPr sz="2800" dirty="1">
                <a:latin typeface="Microsoft Sans Serif"/>
                <a:cs typeface="Microsoft Sans Serif"/>
              </a:rPr>
              <a:t>human</a:t>
            </a:r>
            <a:r>
              <a:rPr sz="2800" spc="-95" dirty="1">
                <a:latin typeface="Microsoft Sans Serif"/>
                <a:cs typeface="Microsoft Sans Serif"/>
              </a:rPr>
              <a:t> </a:t>
            </a:r>
            <a:r>
              <a:rPr sz="2800" spc="55" dirty="1">
                <a:latin typeface="Microsoft Sans Serif"/>
                <a:cs typeface="Microsoft Sans Serif"/>
              </a:rPr>
              <a:t>intelligence</a:t>
            </a:r>
            <a:r>
              <a:rPr sz="2800" spc="-95" dirty="1">
                <a:latin typeface="Microsoft Sans Serif"/>
                <a:cs typeface="Microsoft Sans Serif"/>
              </a:rPr>
              <a:t> </a:t>
            </a:r>
            <a:r>
              <a:rPr sz="2800" spc="-10" dirty="1">
                <a:latin typeface="Microsoft Sans Serif"/>
                <a:cs typeface="Microsoft Sans Serif"/>
              </a:rPr>
              <a:t>is</a:t>
            </a:r>
            <a:r>
              <a:rPr sz="2800" spc="-105" dirty="1">
                <a:latin typeface="Microsoft Sans Serif"/>
                <a:cs typeface="Microsoft Sans Serif"/>
              </a:rPr>
              <a:t> </a:t>
            </a:r>
            <a:r>
              <a:rPr sz="2800" spc="60" dirty="1">
                <a:latin typeface="Microsoft Sans Serif"/>
                <a:cs typeface="Microsoft Sans Serif"/>
              </a:rPr>
              <a:t>no</a:t>
            </a:r>
            <a:r>
              <a:rPr sz="2800" spc="-100" dirty="1">
                <a:latin typeface="Microsoft Sans Serif"/>
                <a:cs typeface="Microsoft Sans Serif"/>
              </a:rPr>
              <a:t> </a:t>
            </a:r>
            <a:r>
              <a:rPr sz="2800" dirty="1">
                <a:latin typeface="Microsoft Sans Serif"/>
                <a:cs typeface="Microsoft Sans Serif"/>
              </a:rPr>
              <a:t>small</a:t>
            </a:r>
            <a:r>
              <a:rPr sz="2800" spc="-90" dirty="1">
                <a:latin typeface="Microsoft Sans Serif"/>
                <a:cs typeface="Microsoft Sans Serif"/>
              </a:rPr>
              <a:t> </a:t>
            </a:r>
            <a:r>
              <a:rPr sz="2800" spc="75" dirty="1">
                <a:latin typeface="Microsoft Sans Serif"/>
                <a:cs typeface="Microsoft Sans Serif"/>
              </a:rPr>
              <a:t>feat.</a:t>
            </a:r>
            <a:endParaRPr sz="2800">
              <a:latin typeface="Microsoft Sans Serif"/>
              <a:cs typeface="Microsoft Sans Serif"/>
            </a:endParaRPr>
          </a:p>
          <a:p>
            <a:pPr marL="754380" marR="180975" lvl="1" indent="-285115">
              <a:lnSpc>
                <a:spcPct val="100000"/>
              </a:lnSpc>
              <a:spcBef>
                <a:spcPts val="580"/>
              </a:spcBef>
              <a:buClr>
                <a:srgbClr val="6697CC"/>
              </a:buClr>
              <a:buFont typeface="Arial MT"/>
              <a:buChar char="–"/>
              <a:tabLst>
                <a:tab pos="755650" algn="l"/>
              </a:tabLst>
            </a:pPr>
            <a:r>
              <a:rPr sz="2800" spc="160" dirty="1">
                <a:latin typeface="Microsoft Sans Serif"/>
                <a:cs typeface="Microsoft Sans Serif"/>
              </a:rPr>
              <a:t>It</a:t>
            </a:r>
            <a:r>
              <a:rPr sz="2800" spc="-65" dirty="1">
                <a:latin typeface="Microsoft Sans Serif"/>
                <a:cs typeface="Microsoft Sans Serif"/>
              </a:rPr>
              <a:t> </a:t>
            </a:r>
            <a:r>
              <a:rPr sz="2800" dirty="1">
                <a:latin typeface="Microsoft Sans Serif"/>
                <a:cs typeface="Microsoft Sans Serif"/>
              </a:rPr>
              <a:t>requires</a:t>
            </a:r>
            <a:r>
              <a:rPr sz="2800" spc="-70" dirty="1">
                <a:latin typeface="Microsoft Sans Serif"/>
                <a:cs typeface="Microsoft Sans Serif"/>
              </a:rPr>
              <a:t> </a:t>
            </a:r>
            <a:r>
              <a:rPr sz="2800" spc="85" dirty="1">
                <a:latin typeface="Microsoft Sans Serif"/>
                <a:cs typeface="Microsoft Sans Serif"/>
              </a:rPr>
              <a:t>plenty</a:t>
            </a:r>
            <a:r>
              <a:rPr sz="2800" spc="-70" dirty="1">
                <a:latin typeface="Microsoft Sans Serif"/>
                <a:cs typeface="Microsoft Sans Serif"/>
              </a:rPr>
              <a:t> </a:t>
            </a:r>
            <a:r>
              <a:rPr sz="2800" spc="185" dirty="1">
                <a:latin typeface="Microsoft Sans Serif"/>
                <a:cs typeface="Microsoft Sans Serif"/>
              </a:rPr>
              <a:t>of</a:t>
            </a:r>
            <a:r>
              <a:rPr sz="2800" spc="-75" dirty="1">
                <a:latin typeface="Microsoft Sans Serif"/>
                <a:cs typeface="Microsoft Sans Serif"/>
              </a:rPr>
              <a:t> </a:t>
            </a:r>
            <a:r>
              <a:rPr sz="2800" spc="120" dirty="1">
                <a:latin typeface="Microsoft Sans Serif"/>
                <a:cs typeface="Microsoft Sans Serif"/>
              </a:rPr>
              <a:t>time</a:t>
            </a:r>
            <a:r>
              <a:rPr sz="2800" spc="-70" dirty="1">
                <a:latin typeface="Microsoft Sans Serif"/>
                <a:cs typeface="Microsoft Sans Serif"/>
              </a:rPr>
              <a:t> </a:t>
            </a:r>
            <a:r>
              <a:rPr sz="2800" dirty="1">
                <a:latin typeface="Microsoft Sans Serif"/>
                <a:cs typeface="Microsoft Sans Serif"/>
              </a:rPr>
              <a:t>and</a:t>
            </a:r>
            <a:r>
              <a:rPr sz="2800" spc="-70" dirty="1">
                <a:latin typeface="Microsoft Sans Serif"/>
                <a:cs typeface="Microsoft Sans Serif"/>
              </a:rPr>
              <a:t> </a:t>
            </a:r>
            <a:r>
              <a:rPr sz="2800" dirty="1">
                <a:latin typeface="Microsoft Sans Serif"/>
                <a:cs typeface="Microsoft Sans Serif"/>
              </a:rPr>
              <a:t>resources</a:t>
            </a:r>
            <a:r>
              <a:rPr sz="2800" spc="-70" dirty="1">
                <a:latin typeface="Microsoft Sans Serif"/>
                <a:cs typeface="Microsoft Sans Serif"/>
              </a:rPr>
              <a:t> </a:t>
            </a:r>
            <a:r>
              <a:rPr sz="2800" spc="-25" dirty="1">
                <a:latin typeface="Microsoft Sans Serif"/>
                <a:cs typeface="Microsoft Sans Serif"/>
              </a:rPr>
              <a:t>and </a:t>
            </a:r>
            <a:r>
              <a:rPr sz="2800" spc="-25" dirty="1">
                <a:latin typeface="Microsoft Sans Serif"/>
                <a:cs typeface="Microsoft Sans Serif"/>
              </a:rPr>
              <a:t>	</a:t>
            </a:r>
            <a:r>
              <a:rPr sz="2800" spc="-50" dirty="1">
                <a:latin typeface="Microsoft Sans Serif"/>
                <a:cs typeface="Microsoft Sans Serif"/>
              </a:rPr>
              <a:t>can</a:t>
            </a:r>
            <a:r>
              <a:rPr sz="2800" spc="-60" dirty="1">
                <a:latin typeface="Microsoft Sans Serif"/>
                <a:cs typeface="Microsoft Sans Serif"/>
              </a:rPr>
              <a:t> </a:t>
            </a:r>
            <a:r>
              <a:rPr sz="2800" dirty="1">
                <a:latin typeface="Microsoft Sans Serif"/>
                <a:cs typeface="Microsoft Sans Serif"/>
              </a:rPr>
              <a:t>cost</a:t>
            </a:r>
            <a:r>
              <a:rPr sz="2800" spc="-50" dirty="1">
                <a:latin typeface="Microsoft Sans Serif"/>
                <a:cs typeface="Microsoft Sans Serif"/>
              </a:rPr>
              <a:t> </a:t>
            </a:r>
            <a:r>
              <a:rPr sz="2800" spc="-110" dirty="1">
                <a:latin typeface="Microsoft Sans Serif"/>
                <a:cs typeface="Microsoft Sans Serif"/>
              </a:rPr>
              <a:t>a</a:t>
            </a:r>
            <a:r>
              <a:rPr sz="2800" spc="-60" dirty="1">
                <a:latin typeface="Microsoft Sans Serif"/>
                <a:cs typeface="Microsoft Sans Serif"/>
              </a:rPr>
              <a:t> </a:t>
            </a:r>
            <a:r>
              <a:rPr sz="2800" dirty="1">
                <a:latin typeface="Microsoft Sans Serif"/>
                <a:cs typeface="Microsoft Sans Serif"/>
              </a:rPr>
              <a:t>huge</a:t>
            </a:r>
            <a:r>
              <a:rPr sz="2800" spc="-60" dirty="1">
                <a:latin typeface="Microsoft Sans Serif"/>
                <a:cs typeface="Microsoft Sans Serif"/>
              </a:rPr>
              <a:t> </a:t>
            </a:r>
            <a:r>
              <a:rPr sz="2800" dirty="1">
                <a:latin typeface="Microsoft Sans Serif"/>
                <a:cs typeface="Microsoft Sans Serif"/>
              </a:rPr>
              <a:t>deal</a:t>
            </a:r>
            <a:r>
              <a:rPr sz="2800" spc="-50" dirty="1">
                <a:latin typeface="Microsoft Sans Serif"/>
                <a:cs typeface="Microsoft Sans Serif"/>
              </a:rPr>
              <a:t> </a:t>
            </a:r>
            <a:r>
              <a:rPr sz="2800" spc="180" dirty="1">
                <a:latin typeface="Microsoft Sans Serif"/>
                <a:cs typeface="Microsoft Sans Serif"/>
              </a:rPr>
              <a:t>of</a:t>
            </a:r>
            <a:r>
              <a:rPr sz="2800" spc="-60" dirty="1">
                <a:latin typeface="Microsoft Sans Serif"/>
                <a:cs typeface="Microsoft Sans Serif"/>
              </a:rPr>
              <a:t> </a:t>
            </a:r>
            <a:r>
              <a:rPr sz="2800" spc="-10" dirty="1">
                <a:latin typeface="Microsoft Sans Serif"/>
                <a:cs typeface="Microsoft Sans Serif"/>
              </a:rPr>
              <a:t>money.</a:t>
            </a:r>
            <a:endParaRPr sz="2800">
              <a:latin typeface="Microsoft Sans Serif"/>
              <a:cs typeface="Microsoft Sans Serif"/>
            </a:endParaRPr>
          </a:p>
          <a:p>
            <a:pPr marL="754380" marR="5080" lvl="1" indent="-285115">
              <a:lnSpc>
                <a:spcPct val="100000"/>
              </a:lnSpc>
              <a:spcBef>
                <a:spcPts val="690"/>
              </a:spcBef>
              <a:buClr>
                <a:srgbClr val="6697CC"/>
              </a:buClr>
              <a:buFont typeface="Arial MT"/>
              <a:buChar char="–"/>
              <a:tabLst>
                <a:tab pos="755650" algn="l"/>
              </a:tabLst>
            </a:pPr>
            <a:r>
              <a:rPr sz="2800" dirty="1">
                <a:latin typeface="Microsoft Sans Serif"/>
                <a:cs typeface="Microsoft Sans Serif"/>
              </a:rPr>
              <a:t>AI</a:t>
            </a:r>
            <a:r>
              <a:rPr sz="2800" spc="-105" dirty="1">
                <a:latin typeface="Microsoft Sans Serif"/>
                <a:cs typeface="Microsoft Sans Serif"/>
              </a:rPr>
              <a:t> </a:t>
            </a:r>
            <a:r>
              <a:rPr sz="2800" spc="-10" dirty="1">
                <a:latin typeface="Microsoft Sans Serif"/>
                <a:cs typeface="Microsoft Sans Serif"/>
              </a:rPr>
              <a:t>also</a:t>
            </a:r>
            <a:r>
              <a:rPr sz="2800" spc="-114" dirty="1">
                <a:latin typeface="Microsoft Sans Serif"/>
                <a:cs typeface="Microsoft Sans Serif"/>
              </a:rPr>
              <a:t> </a:t>
            </a:r>
            <a:r>
              <a:rPr sz="2800" dirty="1">
                <a:latin typeface="Microsoft Sans Serif"/>
                <a:cs typeface="Microsoft Sans Serif"/>
              </a:rPr>
              <a:t>needs</a:t>
            </a:r>
            <a:r>
              <a:rPr sz="2800" spc="-105" dirty="1">
                <a:latin typeface="Microsoft Sans Serif"/>
                <a:cs typeface="Microsoft Sans Serif"/>
              </a:rPr>
              <a:t> </a:t>
            </a:r>
            <a:r>
              <a:rPr sz="2800" spc="210" dirty="1">
                <a:latin typeface="Microsoft Sans Serif"/>
                <a:cs typeface="Microsoft Sans Serif"/>
              </a:rPr>
              <a:t>to</a:t>
            </a:r>
            <a:r>
              <a:rPr sz="2800" spc="-114" dirty="1">
                <a:latin typeface="Microsoft Sans Serif"/>
                <a:cs typeface="Microsoft Sans Serif"/>
              </a:rPr>
              <a:t> </a:t>
            </a:r>
            <a:r>
              <a:rPr sz="2800" spc="65" dirty="1">
                <a:latin typeface="Microsoft Sans Serif"/>
                <a:cs typeface="Microsoft Sans Serif"/>
              </a:rPr>
              <a:t>operate</a:t>
            </a:r>
            <a:r>
              <a:rPr sz="2800" spc="-105" dirty="1">
                <a:latin typeface="Microsoft Sans Serif"/>
                <a:cs typeface="Microsoft Sans Serif"/>
              </a:rPr>
              <a:t> </a:t>
            </a:r>
            <a:r>
              <a:rPr sz="2800" dirty="1">
                <a:latin typeface="Microsoft Sans Serif"/>
                <a:cs typeface="Microsoft Sans Serif"/>
              </a:rPr>
              <a:t>on</a:t>
            </a:r>
            <a:r>
              <a:rPr sz="2800" spc="-105" dirty="1">
                <a:latin typeface="Microsoft Sans Serif"/>
                <a:cs typeface="Microsoft Sans Serif"/>
              </a:rPr>
              <a:t> </a:t>
            </a:r>
            <a:r>
              <a:rPr sz="2800" spc="120" dirty="1">
                <a:latin typeface="Microsoft Sans Serif"/>
                <a:cs typeface="Microsoft Sans Serif"/>
              </a:rPr>
              <a:t>the</a:t>
            </a:r>
            <a:r>
              <a:rPr sz="2800" spc="-110" dirty="1">
                <a:latin typeface="Microsoft Sans Serif"/>
                <a:cs typeface="Microsoft Sans Serif"/>
              </a:rPr>
              <a:t> </a:t>
            </a:r>
            <a:r>
              <a:rPr sz="2800" spc="80" dirty="1">
                <a:latin typeface="Microsoft Sans Serif"/>
                <a:cs typeface="Microsoft Sans Serif"/>
              </a:rPr>
              <a:t>latest </a:t>
            </a:r>
            <a:r>
              <a:rPr sz="2800" spc="80" dirty="1">
                <a:latin typeface="Microsoft Sans Serif"/>
                <a:cs typeface="Microsoft Sans Serif"/>
              </a:rPr>
              <a:t>	</a:t>
            </a:r>
            <a:r>
              <a:rPr sz="2800" dirty="1">
                <a:latin typeface="Microsoft Sans Serif"/>
                <a:cs typeface="Microsoft Sans Serif"/>
              </a:rPr>
              <a:t>hardware</a:t>
            </a:r>
            <a:r>
              <a:rPr sz="2800" spc="-40" dirty="1">
                <a:latin typeface="Microsoft Sans Serif"/>
                <a:cs typeface="Microsoft Sans Serif"/>
              </a:rPr>
              <a:t> </a:t>
            </a:r>
            <a:r>
              <a:rPr sz="2800" dirty="1">
                <a:latin typeface="Microsoft Sans Serif"/>
                <a:cs typeface="Microsoft Sans Serif"/>
              </a:rPr>
              <a:t>and</a:t>
            </a:r>
            <a:r>
              <a:rPr sz="2800" spc="-40" dirty="1">
                <a:latin typeface="Microsoft Sans Serif"/>
                <a:cs typeface="Microsoft Sans Serif"/>
              </a:rPr>
              <a:t> </a:t>
            </a:r>
            <a:r>
              <a:rPr sz="2800" spc="85" dirty="1">
                <a:latin typeface="Microsoft Sans Serif"/>
                <a:cs typeface="Microsoft Sans Serif"/>
              </a:rPr>
              <a:t>software</a:t>
            </a:r>
            <a:r>
              <a:rPr sz="2800" spc="-40" dirty="1">
                <a:latin typeface="Microsoft Sans Serif"/>
                <a:cs typeface="Microsoft Sans Serif"/>
              </a:rPr>
              <a:t> </a:t>
            </a:r>
            <a:r>
              <a:rPr sz="2800" spc="210" dirty="1">
                <a:latin typeface="Microsoft Sans Serif"/>
                <a:cs typeface="Microsoft Sans Serif"/>
              </a:rPr>
              <a:t>to</a:t>
            </a:r>
            <a:r>
              <a:rPr sz="2800" spc="-45" dirty="1">
                <a:latin typeface="Microsoft Sans Serif"/>
                <a:cs typeface="Microsoft Sans Serif"/>
              </a:rPr>
              <a:t> </a:t>
            </a:r>
            <a:r>
              <a:rPr sz="2800" dirty="1">
                <a:latin typeface="Microsoft Sans Serif"/>
                <a:cs typeface="Microsoft Sans Serif"/>
              </a:rPr>
              <a:t>stay</a:t>
            </a:r>
            <a:r>
              <a:rPr sz="2800" spc="-30" dirty="1">
                <a:latin typeface="Microsoft Sans Serif"/>
                <a:cs typeface="Microsoft Sans Serif"/>
              </a:rPr>
              <a:t> </a:t>
            </a:r>
            <a:r>
              <a:rPr sz="2800" spc="65" dirty="1">
                <a:latin typeface="Microsoft Sans Serif"/>
                <a:cs typeface="Microsoft Sans Serif"/>
              </a:rPr>
              <a:t>updated</a:t>
            </a:r>
            <a:r>
              <a:rPr sz="2800" spc="-30" dirty="1">
                <a:latin typeface="Microsoft Sans Serif"/>
                <a:cs typeface="Microsoft Sans Serif"/>
              </a:rPr>
              <a:t> </a:t>
            </a:r>
            <a:r>
              <a:rPr sz="2800" spc="-25" dirty="1">
                <a:latin typeface="Microsoft Sans Serif"/>
                <a:cs typeface="Microsoft Sans Serif"/>
              </a:rPr>
              <a:t>and </a:t>
            </a:r>
            <a:r>
              <a:rPr sz="2800" spc="-25" dirty="1">
                <a:latin typeface="Microsoft Sans Serif"/>
                <a:cs typeface="Microsoft Sans Serif"/>
              </a:rPr>
              <a:t>	</a:t>
            </a:r>
            <a:r>
              <a:rPr sz="2800" spc="90" dirty="1">
                <a:latin typeface="Microsoft Sans Serif"/>
                <a:cs typeface="Microsoft Sans Serif"/>
              </a:rPr>
              <a:t>meet</a:t>
            </a:r>
            <a:r>
              <a:rPr sz="2800" spc="35" dirty="1">
                <a:latin typeface="Microsoft Sans Serif"/>
                <a:cs typeface="Microsoft Sans Serif"/>
              </a:rPr>
              <a:t> </a:t>
            </a:r>
            <a:r>
              <a:rPr sz="2800" spc="120" dirty="1">
                <a:latin typeface="Microsoft Sans Serif"/>
                <a:cs typeface="Microsoft Sans Serif"/>
              </a:rPr>
              <a:t>the</a:t>
            </a:r>
            <a:r>
              <a:rPr sz="2800" spc="20" dirty="1">
                <a:latin typeface="Microsoft Sans Serif"/>
                <a:cs typeface="Microsoft Sans Serif"/>
              </a:rPr>
              <a:t> </a:t>
            </a:r>
            <a:r>
              <a:rPr sz="2800" spc="90" dirty="1">
                <a:latin typeface="Microsoft Sans Serif"/>
                <a:cs typeface="Microsoft Sans Serif"/>
              </a:rPr>
              <a:t>latest</a:t>
            </a:r>
            <a:r>
              <a:rPr sz="2800" spc="25" dirty="1">
                <a:latin typeface="Microsoft Sans Serif"/>
                <a:cs typeface="Microsoft Sans Serif"/>
              </a:rPr>
              <a:t> </a:t>
            </a:r>
            <a:r>
              <a:rPr sz="2800" dirty="1">
                <a:latin typeface="Microsoft Sans Serif"/>
                <a:cs typeface="Microsoft Sans Serif"/>
              </a:rPr>
              <a:t>requirements,</a:t>
            </a:r>
            <a:r>
              <a:rPr sz="2800" spc="15" dirty="1">
                <a:latin typeface="Microsoft Sans Serif"/>
                <a:cs typeface="Microsoft Sans Serif"/>
              </a:rPr>
              <a:t> </a:t>
            </a:r>
            <a:r>
              <a:rPr sz="2800" spc="60" dirty="1">
                <a:latin typeface="Microsoft Sans Serif"/>
                <a:cs typeface="Microsoft Sans Serif"/>
              </a:rPr>
              <a:t>thus</a:t>
            </a:r>
            <a:r>
              <a:rPr sz="2800" spc="30" dirty="1">
                <a:latin typeface="Microsoft Sans Serif"/>
                <a:cs typeface="Microsoft Sans Serif"/>
              </a:rPr>
              <a:t> </a:t>
            </a:r>
            <a:r>
              <a:rPr sz="2800" dirty="1">
                <a:latin typeface="Microsoft Sans Serif"/>
                <a:cs typeface="Microsoft Sans Serif"/>
              </a:rPr>
              <a:t>making</a:t>
            </a:r>
            <a:r>
              <a:rPr sz="2800" spc="30" dirty="1">
                <a:latin typeface="Microsoft Sans Serif"/>
                <a:cs typeface="Microsoft Sans Serif"/>
              </a:rPr>
              <a:t> </a:t>
            </a:r>
            <a:r>
              <a:rPr sz="2800" spc="175" dirty="1">
                <a:latin typeface="Microsoft Sans Serif"/>
                <a:cs typeface="Microsoft Sans Serif"/>
              </a:rPr>
              <a:t>it </a:t>
            </a:r>
            <a:r>
              <a:rPr sz="2800" spc="175" dirty="1">
                <a:latin typeface="Microsoft Sans Serif"/>
                <a:cs typeface="Microsoft Sans Serif"/>
              </a:rPr>
              <a:t>	</a:t>
            </a:r>
            <a:r>
              <a:rPr sz="2800" spc="100" dirty="1">
                <a:latin typeface="Microsoft Sans Serif"/>
                <a:cs typeface="Microsoft Sans Serif"/>
              </a:rPr>
              <a:t>quite</a:t>
            </a:r>
            <a:r>
              <a:rPr sz="2800" spc="-100" dirty="1">
                <a:latin typeface="Microsoft Sans Serif"/>
                <a:cs typeface="Microsoft Sans Serif"/>
              </a:rPr>
              <a:t> </a:t>
            </a:r>
            <a:r>
              <a:rPr sz="2800" spc="-10" dirty="1">
                <a:latin typeface="Microsoft Sans Serif"/>
                <a:cs typeface="Microsoft Sans Serif"/>
              </a:rPr>
              <a:t>costly.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xmlns:r="http://schemas.openxmlformats.org/officeDocument/2006/relationships" r:embed="rId2"/>
          <a:srcRect/>
          <a:stretch>
            <a:fillRect/>
          </a:stretch>
        </p:blipFill>
        <p:spPr>
          <a:xfrm>
            <a:off x="7851597" y="70916"/>
            <a:ext cx="1184757" cy="648004"/>
          </a:xfrm>
          <a:prstGeom prst="rect"/>
        </p:spPr>
      </p:pic>
      <p:sp>
        <p:nvSpPr>
          <p:cNvPr id="5" name="New shape"/>
          <p:cNvSpPr>
            <a:spLocks noSelect="1" noMove="1" noResize="1" noTextEdit="1"/>
          </p:cNvSpPr>
          <p:nvPr/>
        </p:nvSpPr>
        <p:spPr>
          <a:xfrm>
            <a:off x="127000" y="254000"/>
            <a:ext cx="6985000" cy="254000"/>
          </a:xfrm>
          <a:prstGeom prst="rect"/>
          <a:noFill/>
        </p:spPr>
        <p:style>
          <a:lnRef idx="2">
            <a:srgbClr val="FFFFF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1">
                <a:solidFill>
                  <a:srgbClr val="FF0000"/>
                </a:solidFill>
              </a:rPr>
              <a:t>Evaluation Warning : The document was created with Spire.Presentation for Python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tags/tag1.xml><?xml version="1.0" encoding="utf-8"?>
<p:tagLst xmlns:p="http://schemas.openxmlformats.org/presentationml/2006/main">
  <p:tag name="AS_NET" val="7.0.15"/>
  <p:tag name="AS_OS" val="Microsoft Windows NT 10.0.22631.0"/>
  <p:tag name="AS_RELEASE_DATE" val="2013.12.17"/>
  <p:tag name="AS_TITLE" val="Spire.Presentation for .NET "/>
  <p:tag name="AS_VERSION" val="2.1.0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Tibt" typeface="Microsoft Himalaya"/>
        <a:font script="Ethi" typeface="Nyala"/>
        <a:font script="Gujr" typeface="Shruti"/>
        <a:font script="Taml" typeface="Latha"/>
        <a:font script="Viet" typeface="Times New Roman"/>
        <a:font script="Uigh" typeface="Microsoft Uighur"/>
        <a:font script="Laoo" typeface="DokChampa"/>
        <a:font script="Mlym" typeface="Kartika"/>
        <a:font script="Telu" typeface="Gautami"/>
        <a:font script="Deva" typeface="Mangal"/>
        <a:font script="Syrc" typeface="Estrangelo Edessa"/>
        <a:font script="Cher" typeface="Plantagenet Cherokee"/>
        <a:font script="Khmr" typeface="MoolBoran"/>
        <a:font script="Arab" typeface="Times New Roman"/>
        <a:font script="Knda" typeface="Tunga"/>
        <a:font script="Cans" typeface="Euphemia"/>
        <a:font script="Hebr" typeface="Times New Roman"/>
        <a:font script="Hant" typeface="新細明體"/>
        <a:font script="Thai" typeface="Angsana New"/>
        <a:font script="Mong" typeface="Mongolian Baiti"/>
        <a:font script="Geor" typeface="Sylfaen"/>
        <a:font script="Thaa" typeface="MV Boli"/>
        <a:font script="Guru" typeface="Raavi"/>
        <a:font script="Beng" typeface="Vrinda"/>
        <a:font script="Hang" typeface="맑은 고딕"/>
        <a:font script="Jpan" typeface="ＭＳ Ｐゴシック"/>
        <a:font script="Hans" typeface="宋体"/>
        <a:font script="Yiii" typeface="Microsoft Yi Baiti"/>
        <a:font script="Sinh" typeface="Iskoola Pota"/>
        <a:font script="Orya" typeface="Kalinga"/>
      </a:majorFont>
      <a:minorFont>
        <a:latin typeface="Calibri"/>
        <a:ea typeface=""/>
        <a:cs typeface=""/>
        <a:font script="Tibt" typeface="Microsoft Himalaya"/>
        <a:font script="Ethi" typeface="Nyala"/>
        <a:font script="Gujr" typeface="Shruti"/>
        <a:font script="Taml" typeface="Latha"/>
        <a:font script="Viet" typeface="Arial"/>
        <a:font script="Uigh" typeface="Microsoft Uighur"/>
        <a:font script="Laoo" typeface="DokChampa"/>
        <a:font script="Mlym" typeface="Kartika"/>
        <a:font script="Telu" typeface="Gautami"/>
        <a:font script="Deva" typeface="Mangal"/>
        <a:font script="Syrc" typeface="Estrangelo Edessa"/>
        <a:font script="Cher" typeface="Plantagenet Cherokee"/>
        <a:font script="Khmr" typeface="DaunPenh"/>
        <a:font script="Arab" typeface="Arial"/>
        <a:font script="Knda" typeface="Tunga"/>
        <a:font script="Cans" typeface="Euphemia"/>
        <a:font script="Hebr" typeface="Arial"/>
        <a:font script="Hant" typeface="新細明體"/>
        <a:font script="Thai" typeface="Cordia New"/>
        <a:font script="Mong" typeface="Mongolian Baiti"/>
        <a:font script="Geor" typeface="Sylfaen"/>
        <a:font script="Thaa" typeface="MV Boli"/>
        <a:font script="Guru" typeface="Raavi"/>
        <a:font script="Beng" typeface="Vrinda"/>
        <a:font script="Hang" typeface="맑은 고딕"/>
        <a:font script="Jpan" typeface="ＭＳ Ｐゴシック"/>
        <a:font script="Hans" typeface="宋体"/>
        <a:font script="Yiii" typeface="Microsoft Yi Baiti"/>
        <a:font script="Sinh" typeface="Iskoola Pota"/>
        <a:font script="Orya" typeface="Kaling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Tibt" typeface="Microsoft Himalaya"/>
        <a:font script="Ethi" typeface="Nyala"/>
        <a:font script="Gujr" typeface="Shruti"/>
        <a:font script="Taml" typeface="Latha"/>
        <a:font script="Viet" typeface="Times New Roman"/>
        <a:font script="Uigh" typeface="Microsoft Uighur"/>
        <a:font script="Laoo" typeface="DokChampa"/>
        <a:font script="Yiii" typeface="Microsoft Yi Baiti"/>
        <a:font script="Deva" typeface="Mangal"/>
        <a:font script="Syrc" typeface="Estrangelo Edessa"/>
        <a:font script="Cher" typeface="Plantagenet Cherokee"/>
        <a:font script="Khmr" typeface="MoolBoran"/>
        <a:font script="Arab" typeface="Times New Roman"/>
        <a:font script="Sinh" typeface="Iskoola Pota"/>
        <a:font script="Knda" typeface="Tunga"/>
        <a:font script="Hant" typeface="新細明體"/>
        <a:font script="Hebr" typeface="Times New Roman"/>
        <a:font script="Thai" typeface="Angsana New"/>
        <a:font script="Mong" typeface="Mongolian Baiti"/>
        <a:font script="Thaa" typeface="MV Boli"/>
        <a:font script="Guru" typeface="Raavi"/>
        <a:font script="Jpan" typeface="ＭＳ Ｐゴシック"/>
        <a:font script="Beng" typeface="Vrinda"/>
        <a:font script="Hang" typeface="맑은 고딕"/>
        <a:font script="Cans" typeface="Euphemia"/>
        <a:font script="Hans" typeface="宋体"/>
        <a:font script="Mlym" typeface="Kartika"/>
        <a:font script="Telu" typeface="Gautami"/>
        <a:font script="Orya" typeface="Kalinga"/>
      </a:majorFont>
      <a:minorFont>
        <a:latin typeface="Calibri"/>
        <a:ea typeface=""/>
        <a:cs typeface=""/>
        <a:font script="Tibt" typeface="Microsoft Himalaya"/>
        <a:font script="Ethi" typeface="Nyala"/>
        <a:font script="Gujr" typeface="Shruti"/>
        <a:font script="Taml" typeface="Latha"/>
        <a:font script="Viet" typeface="Arial"/>
        <a:font script="Uigh" typeface="Microsoft Uighur"/>
        <a:font script="Laoo" typeface="DokChampa"/>
        <a:font script="Yiii" typeface="Microsoft Yi Baiti"/>
        <a:font script="Deva" typeface="Mangal"/>
        <a:font script="Syrc" typeface="Estrangelo Edessa"/>
        <a:font script="Cher" typeface="Plantagenet Cherokee"/>
        <a:font script="Khmr" typeface="DaunPenh"/>
        <a:font script="Arab" typeface="Arial"/>
        <a:font script="Sinh" typeface="Iskoola Pota"/>
        <a:font script="Knda" typeface="Tunga"/>
        <a:font script="Hant" typeface="新細明體"/>
        <a:font script="Hebr" typeface="Arial"/>
        <a:font script="Thai" typeface="Cordia New"/>
        <a:font script="Mong" typeface="Mongolian Baiti"/>
        <a:font script="Thaa" typeface="MV Boli"/>
        <a:font script="Guru" typeface="Raavi"/>
        <a:font script="Jpan" typeface="ＭＳ Ｐゴシック"/>
        <a:font script="Beng" typeface="Vrinda"/>
        <a:font script="Hang" typeface="맑은 고딕"/>
        <a:font script="Cans" typeface="Euphemia"/>
        <a:font script="Hans" typeface="宋体"/>
        <a:font script="Mlym" typeface="Kartika"/>
        <a:font script="Telu" typeface="Gautami"/>
        <a:font script="Orya" typeface="Kaling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Application>Spire.Presentation for .NET 2.1.0.0</Application>
  <PresentationFormat>全屏显示(4:3)</PresentationFormat>
  <Slides>1</Slide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  <dcterms:created xsi:type="dcterms:W3CDTF">2025-05-10T08:17:32.8892142Z</dcterms:created>
  <dcterms:modified xsi:type="dcterms:W3CDTF">2025-05-10T08:17:32.8892143Z</dcterms:modified>
</cp:coreProperties>
</file>